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83" r:id="rId3"/>
    <p:sldId id="284" r:id="rId4"/>
    <p:sldId id="286" r:id="rId5"/>
    <p:sldId id="290" r:id="rId6"/>
    <p:sldId id="295" r:id="rId7"/>
    <p:sldId id="289" r:id="rId8"/>
    <p:sldId id="288" r:id="rId9"/>
    <p:sldId id="275" r:id="rId10"/>
    <p:sldId id="294" r:id="rId11"/>
    <p:sldId id="263" r:id="rId12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FBB2"/>
    <a:srgbClr val="CBE3F9"/>
    <a:srgbClr val="FFD9FF"/>
    <a:srgbClr val="FFCA7D"/>
    <a:srgbClr val="8FFFFF"/>
    <a:srgbClr val="A9D1F5"/>
    <a:srgbClr val="FF9900"/>
    <a:srgbClr val="34C2B1"/>
    <a:srgbClr val="2A9D8F"/>
    <a:srgbClr val="92C4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37" autoAdjust="0"/>
    <p:restoredTop sz="94955" autoAdjust="0"/>
  </p:normalViewPr>
  <p:slideViewPr>
    <p:cSldViewPr snapToGrid="0" snapToObjects="1">
      <p:cViewPr varScale="1">
        <p:scale>
          <a:sx n="67" d="100"/>
          <a:sy n="67" d="100"/>
        </p:scale>
        <p:origin x="3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Alexandra" userId="213d7a83-4762-4778-bb64-741c517938c1" providerId="ADAL" clId="{7A06A366-8017-46EC-9F4B-865921D4569C}"/>
    <pc:docChg chg="undo redo custSel addSld delSld modSld">
      <pc:chgData name="Ana Alexandra" userId="213d7a83-4762-4778-bb64-741c517938c1" providerId="ADAL" clId="{7A06A366-8017-46EC-9F4B-865921D4569C}" dt="2026-06-09T20:21:37.256" v="1785" actId="207"/>
      <pc:docMkLst>
        <pc:docMk/>
      </pc:docMkLst>
      <pc:sldChg chg="modSp mod">
        <pc:chgData name="Ana Alexandra" userId="213d7a83-4762-4778-bb64-741c517938c1" providerId="ADAL" clId="{7A06A366-8017-46EC-9F4B-865921D4569C}" dt="2026-06-09T19:11:49.504" v="1414" actId="20577"/>
        <pc:sldMkLst>
          <pc:docMk/>
          <pc:sldMk cId="1681692777" sldId="256"/>
        </pc:sldMkLst>
        <pc:spChg chg="mod">
          <ac:chgData name="Ana Alexandra" userId="213d7a83-4762-4778-bb64-741c517938c1" providerId="ADAL" clId="{7A06A366-8017-46EC-9F4B-865921D4569C}" dt="2026-06-09T19:11:49.504" v="1414" actId="20577"/>
          <ac:spMkLst>
            <pc:docMk/>
            <pc:sldMk cId="1681692777" sldId="256"/>
            <ac:spMk id="2" creationId="{00000000-0000-0000-0000-000000000000}"/>
          </ac:spMkLst>
        </pc:spChg>
      </pc:sldChg>
      <pc:sldChg chg="addSp delSp modSp mod">
        <pc:chgData name="Ana Alexandra" userId="213d7a83-4762-4778-bb64-741c517938c1" providerId="ADAL" clId="{7A06A366-8017-46EC-9F4B-865921D4569C}" dt="2026-06-09T19:54:15.666" v="1748" actId="20577"/>
        <pc:sldMkLst>
          <pc:docMk/>
          <pc:sldMk cId="4101470658" sldId="275"/>
        </pc:sldMkLst>
        <pc:spChg chg="mod">
          <ac:chgData name="Ana Alexandra" userId="213d7a83-4762-4778-bb64-741c517938c1" providerId="ADAL" clId="{7A06A366-8017-46EC-9F4B-865921D4569C}" dt="2026-06-09T19:54:15.666" v="1748" actId="20577"/>
          <ac:spMkLst>
            <pc:docMk/>
            <pc:sldMk cId="4101470658" sldId="275"/>
            <ac:spMk id="4" creationId="{893C95BA-1A67-2058-80CD-6A676749D164}"/>
          </ac:spMkLst>
        </pc:spChg>
        <pc:spChg chg="mod">
          <ac:chgData name="Ana Alexandra" userId="213d7a83-4762-4778-bb64-741c517938c1" providerId="ADAL" clId="{7A06A366-8017-46EC-9F4B-865921D4569C}" dt="2026-05-12T17:00:33.807" v="542" actId="20577"/>
          <ac:spMkLst>
            <pc:docMk/>
            <pc:sldMk cId="4101470658" sldId="275"/>
            <ac:spMk id="5" creationId="{8961FA1B-B0EB-B57A-FA9A-9BA2D63351B6}"/>
          </ac:spMkLst>
        </pc:spChg>
        <pc:graphicFrameChg chg="add del mod">
          <ac:chgData name="Ana Alexandra" userId="213d7a83-4762-4778-bb64-741c517938c1" providerId="ADAL" clId="{7A06A366-8017-46EC-9F4B-865921D4569C}" dt="2026-06-09T19:52:30.147" v="1727" actId="478"/>
          <ac:graphicFrameMkLst>
            <pc:docMk/>
            <pc:sldMk cId="4101470658" sldId="275"/>
            <ac:graphicFrameMk id="2" creationId="{3CDE1CF1-B50F-23DB-60E3-49657AA41DE6}"/>
          </ac:graphicFrameMkLst>
        </pc:graphicFrameChg>
        <pc:graphicFrameChg chg="add mod">
          <ac:chgData name="Ana Alexandra" userId="213d7a83-4762-4778-bb64-741c517938c1" providerId="ADAL" clId="{7A06A366-8017-46EC-9F4B-865921D4569C}" dt="2026-06-09T19:53:53.551" v="1742" actId="113"/>
          <ac:graphicFrameMkLst>
            <pc:docMk/>
            <pc:sldMk cId="4101470658" sldId="275"/>
            <ac:graphicFrameMk id="3" creationId="{3CDE1CF1-B50F-23DB-60E3-49657AA41DE6}"/>
          </ac:graphicFrameMkLst>
        </pc:graphicFrameChg>
      </pc:sldChg>
      <pc:sldChg chg="addSp delSp modSp mod modNotesTx">
        <pc:chgData name="Ana Alexandra" userId="213d7a83-4762-4778-bb64-741c517938c1" providerId="ADAL" clId="{7A06A366-8017-46EC-9F4B-865921D4569C}" dt="2026-06-09T20:19:24.291" v="1776" actId="207"/>
        <pc:sldMkLst>
          <pc:docMk/>
          <pc:sldMk cId="2792092999" sldId="283"/>
        </pc:sldMkLst>
        <pc:spChg chg="mod">
          <ac:chgData name="Ana Alexandra" userId="213d7a83-4762-4778-bb64-741c517938c1" providerId="ADAL" clId="{7A06A366-8017-46EC-9F4B-865921D4569C}" dt="2026-06-09T19:12:16" v="1429" actId="20577"/>
          <ac:spMkLst>
            <pc:docMk/>
            <pc:sldMk cId="2792092999" sldId="283"/>
            <ac:spMk id="5" creationId="{B7E51B16-5E35-61AD-85B8-28C6D9DD3FB0}"/>
          </ac:spMkLst>
        </pc:spChg>
        <pc:spChg chg="mod">
          <ac:chgData name="Ana Alexandra" userId="213d7a83-4762-4778-bb64-741c517938c1" providerId="ADAL" clId="{7A06A366-8017-46EC-9F4B-865921D4569C}" dt="2026-06-09T19:15:34.811" v="1463" actId="20577"/>
          <ac:spMkLst>
            <pc:docMk/>
            <pc:sldMk cId="2792092999" sldId="283"/>
            <ac:spMk id="7" creationId="{E33084B4-E908-7017-A72C-5964FDB0B186}"/>
          </ac:spMkLst>
        </pc:spChg>
        <pc:graphicFrameChg chg="add del mod">
          <ac:chgData name="Ana Alexandra" userId="213d7a83-4762-4778-bb64-741c517938c1" providerId="ADAL" clId="{7A06A366-8017-46EC-9F4B-865921D4569C}" dt="2026-06-09T19:12:25.153" v="1430" actId="478"/>
          <ac:graphicFrameMkLst>
            <pc:docMk/>
            <pc:sldMk cId="2792092999" sldId="283"/>
            <ac:graphicFrameMk id="2" creationId="{00000000-0008-0000-0800-000002000000}"/>
          </ac:graphicFrameMkLst>
        </pc:graphicFrameChg>
        <pc:graphicFrameChg chg="add mod">
          <ac:chgData name="Ana Alexandra" userId="213d7a83-4762-4778-bb64-741c517938c1" providerId="ADAL" clId="{7A06A366-8017-46EC-9F4B-865921D4569C}" dt="2026-06-09T20:19:24.291" v="1776" actId="207"/>
          <ac:graphicFrameMkLst>
            <pc:docMk/>
            <pc:sldMk cId="2792092999" sldId="283"/>
            <ac:graphicFrameMk id="3" creationId="{00000000-0008-0000-0800-000002000000}"/>
          </ac:graphicFrameMkLst>
        </pc:graphicFrameChg>
      </pc:sldChg>
      <pc:sldChg chg="addSp delSp modSp mod">
        <pc:chgData name="Ana Alexandra" userId="213d7a83-4762-4778-bb64-741c517938c1" providerId="ADAL" clId="{7A06A366-8017-46EC-9F4B-865921D4569C}" dt="2026-06-09T20:20:21.172" v="1781" actId="255"/>
        <pc:sldMkLst>
          <pc:docMk/>
          <pc:sldMk cId="1164943774" sldId="284"/>
        </pc:sldMkLst>
        <pc:spChg chg="mod">
          <ac:chgData name="Ana Alexandra" userId="213d7a83-4762-4778-bb64-741c517938c1" providerId="ADAL" clId="{7A06A366-8017-46EC-9F4B-865921D4569C}" dt="2026-06-09T19:17:25.677" v="1494" actId="20577"/>
          <ac:spMkLst>
            <pc:docMk/>
            <pc:sldMk cId="1164943774" sldId="284"/>
            <ac:spMk id="4" creationId="{824F42CF-8250-89AF-095A-9EACF55B7A0D}"/>
          </ac:spMkLst>
        </pc:spChg>
        <pc:spChg chg="mod">
          <ac:chgData name="Ana Alexandra" userId="213d7a83-4762-4778-bb64-741c517938c1" providerId="ADAL" clId="{7A06A366-8017-46EC-9F4B-865921D4569C}" dt="2026-06-09T19:16:16.694" v="1482" actId="20577"/>
          <ac:spMkLst>
            <pc:docMk/>
            <pc:sldMk cId="1164943774" sldId="284"/>
            <ac:spMk id="5" creationId="{34987530-A4C6-422E-4AF8-F8D249F37D23}"/>
          </ac:spMkLst>
        </pc:spChg>
        <pc:graphicFrameChg chg="add mod">
          <ac:chgData name="Ana Alexandra" userId="213d7a83-4762-4778-bb64-741c517938c1" providerId="ADAL" clId="{7A06A366-8017-46EC-9F4B-865921D4569C}" dt="2026-06-09T20:20:21.172" v="1781" actId="255"/>
          <ac:graphicFrameMkLst>
            <pc:docMk/>
            <pc:sldMk cId="1164943774" sldId="284"/>
            <ac:graphicFrameMk id="2" creationId="{00000000-0008-0000-0800-000004000000}"/>
          </ac:graphicFrameMkLst>
        </pc:graphicFrameChg>
        <pc:graphicFrameChg chg="add del mod">
          <ac:chgData name="Ana Alexandra" userId="213d7a83-4762-4778-bb64-741c517938c1" providerId="ADAL" clId="{7A06A366-8017-46EC-9F4B-865921D4569C}" dt="2026-06-09T19:16:24.053" v="1483" actId="478"/>
          <ac:graphicFrameMkLst>
            <pc:docMk/>
            <pc:sldMk cId="1164943774" sldId="284"/>
            <ac:graphicFrameMk id="3" creationId="{00000000-0008-0000-0800-000004000000}"/>
          </ac:graphicFrameMkLst>
        </pc:graphicFrameChg>
      </pc:sldChg>
      <pc:sldChg chg="addSp delSp modSp mod">
        <pc:chgData name="Ana Alexandra" userId="213d7a83-4762-4778-bb64-741c517938c1" providerId="ADAL" clId="{7A06A366-8017-46EC-9F4B-865921D4569C}" dt="2026-06-09T20:21:37.256" v="1785" actId="207"/>
        <pc:sldMkLst>
          <pc:docMk/>
          <pc:sldMk cId="3031324259" sldId="286"/>
        </pc:sldMkLst>
        <pc:spChg chg="mod">
          <ac:chgData name="Ana Alexandra" userId="213d7a83-4762-4778-bb64-741c517938c1" providerId="ADAL" clId="{7A06A366-8017-46EC-9F4B-865921D4569C}" dt="2026-06-09T19:23:27.167" v="1545" actId="20577"/>
          <ac:spMkLst>
            <pc:docMk/>
            <pc:sldMk cId="3031324259" sldId="286"/>
            <ac:spMk id="2" creationId="{5F252265-ED0C-6BE7-5977-B0D615421298}"/>
          </ac:spMkLst>
        </pc:spChg>
        <pc:spChg chg="mod">
          <ac:chgData name="Ana Alexandra" userId="213d7a83-4762-4778-bb64-741c517938c1" providerId="ADAL" clId="{7A06A366-8017-46EC-9F4B-865921D4569C}" dt="2026-06-09T19:20:01.835" v="1522" actId="20577"/>
          <ac:spMkLst>
            <pc:docMk/>
            <pc:sldMk cId="3031324259" sldId="286"/>
            <ac:spMk id="5" creationId="{EC9B27BC-D8E1-4898-864A-C057D631C1BE}"/>
          </ac:spMkLst>
        </pc:spChg>
        <pc:graphicFrameChg chg="add mod">
          <ac:chgData name="Ana Alexandra" userId="213d7a83-4762-4778-bb64-741c517938c1" providerId="ADAL" clId="{7A06A366-8017-46EC-9F4B-865921D4569C}" dt="2026-06-09T20:21:37.256" v="1785" actId="207"/>
          <ac:graphicFrameMkLst>
            <pc:docMk/>
            <pc:sldMk cId="3031324259" sldId="286"/>
            <ac:graphicFrameMk id="3" creationId="{00000000-0008-0000-0800-000005000000}"/>
          </ac:graphicFrameMkLst>
        </pc:graphicFrameChg>
        <pc:graphicFrameChg chg="add del mod">
          <ac:chgData name="Ana Alexandra" userId="213d7a83-4762-4778-bb64-741c517938c1" providerId="ADAL" clId="{7A06A366-8017-46EC-9F4B-865921D4569C}" dt="2026-06-09T19:20:07.382" v="1523" actId="478"/>
          <ac:graphicFrameMkLst>
            <pc:docMk/>
            <pc:sldMk cId="3031324259" sldId="286"/>
            <ac:graphicFrameMk id="4" creationId="{00000000-0008-0000-0800-000005000000}"/>
          </ac:graphicFrameMkLst>
        </pc:graphicFrameChg>
      </pc:sldChg>
      <pc:sldChg chg="addSp delSp modSp mod">
        <pc:chgData name="Ana Alexandra" userId="213d7a83-4762-4778-bb64-741c517938c1" providerId="ADAL" clId="{7A06A366-8017-46EC-9F4B-865921D4569C}" dt="2026-06-09T19:36:42.057" v="1642" actId="207"/>
        <pc:sldMkLst>
          <pc:docMk/>
          <pc:sldMk cId="2941532946" sldId="287"/>
        </pc:sldMkLst>
        <pc:spChg chg="mod">
          <ac:chgData name="Ana Alexandra" userId="213d7a83-4762-4778-bb64-741c517938c1" providerId="ADAL" clId="{7A06A366-8017-46EC-9F4B-865921D4569C}" dt="2026-06-09T19:29:17.237" v="1613" actId="20577"/>
          <ac:spMkLst>
            <pc:docMk/>
            <pc:sldMk cId="2941532946" sldId="287"/>
            <ac:spMk id="4" creationId="{6635CF1D-A9F2-1F0A-C3CD-5EDC977EF683}"/>
          </ac:spMkLst>
        </pc:spChg>
        <pc:spChg chg="mod">
          <ac:chgData name="Ana Alexandra" userId="213d7a83-4762-4778-bb64-741c517938c1" providerId="ADAL" clId="{7A06A366-8017-46EC-9F4B-865921D4569C}" dt="2026-06-09T19:29:01.490" v="1609" actId="20577"/>
          <ac:spMkLst>
            <pc:docMk/>
            <pc:sldMk cId="2941532946" sldId="287"/>
            <ac:spMk id="5" creationId="{A1FA1663-139F-8463-52C3-411742E0FB77}"/>
          </ac:spMkLst>
        </pc:spChg>
        <pc:graphicFrameChg chg="add mod">
          <ac:chgData name="Ana Alexandra" userId="213d7a83-4762-4778-bb64-741c517938c1" providerId="ADAL" clId="{7A06A366-8017-46EC-9F4B-865921D4569C}" dt="2026-06-09T19:36:42.057" v="1642" actId="207"/>
          <ac:graphicFrameMkLst>
            <pc:docMk/>
            <pc:sldMk cId="2941532946" sldId="287"/>
            <ac:graphicFrameMk id="2" creationId="{00000000-0008-0000-0800-000006000000}"/>
          </ac:graphicFrameMkLst>
        </pc:graphicFrameChg>
        <pc:graphicFrameChg chg="add del mod">
          <ac:chgData name="Ana Alexandra" userId="213d7a83-4762-4778-bb64-741c517938c1" providerId="ADAL" clId="{7A06A366-8017-46EC-9F4B-865921D4569C}" dt="2026-06-09T19:29:29.285" v="1614" actId="478"/>
          <ac:graphicFrameMkLst>
            <pc:docMk/>
            <pc:sldMk cId="2941532946" sldId="287"/>
            <ac:graphicFrameMk id="8" creationId="{00000000-0008-0000-0800-000006000000}"/>
          </ac:graphicFrameMkLst>
        </pc:graphicFrameChg>
      </pc:sldChg>
      <pc:sldChg chg="addSp delSp modSp mod">
        <pc:chgData name="Ana Alexandra" userId="213d7a83-4762-4778-bb64-741c517938c1" providerId="ADAL" clId="{7A06A366-8017-46EC-9F4B-865921D4569C}" dt="2026-06-09T19:49:31.661" v="1726" actId="20577"/>
        <pc:sldMkLst>
          <pc:docMk/>
          <pc:sldMk cId="1154347052" sldId="288"/>
        </pc:sldMkLst>
        <pc:spChg chg="mod">
          <ac:chgData name="Ana Alexandra" userId="213d7a83-4762-4778-bb64-741c517938c1" providerId="ADAL" clId="{7A06A366-8017-46EC-9F4B-865921D4569C}" dt="2026-06-09T19:49:31.661" v="1726" actId="20577"/>
          <ac:spMkLst>
            <pc:docMk/>
            <pc:sldMk cId="1154347052" sldId="288"/>
            <ac:spMk id="2" creationId="{71DD2EF5-FCBF-D787-BFCF-A83B4DA11E83}"/>
          </ac:spMkLst>
        </pc:spChg>
        <pc:spChg chg="mod">
          <ac:chgData name="Ana Alexandra" userId="213d7a83-4762-4778-bb64-741c517938c1" providerId="ADAL" clId="{7A06A366-8017-46EC-9F4B-865921D4569C}" dt="2026-06-09T19:49:00.149" v="1722" actId="20577"/>
          <ac:spMkLst>
            <pc:docMk/>
            <pc:sldMk cId="1154347052" sldId="288"/>
            <ac:spMk id="8" creationId="{AE1537A1-8677-04AB-11AE-AB310E2F0922}"/>
          </ac:spMkLst>
        </pc:spChg>
        <pc:graphicFrameChg chg="add del mod">
          <ac:chgData name="Ana Alexandra" userId="213d7a83-4762-4778-bb64-741c517938c1" providerId="ADAL" clId="{7A06A366-8017-46EC-9F4B-865921D4569C}" dt="2026-06-09T19:47:55.144" v="1698" actId="478"/>
          <ac:graphicFrameMkLst>
            <pc:docMk/>
            <pc:sldMk cId="1154347052" sldId="288"/>
            <ac:graphicFrameMk id="3" creationId="{E652311A-2206-B4D3-D93D-002D79797F9E}"/>
          </ac:graphicFrameMkLst>
        </pc:graphicFrameChg>
        <pc:graphicFrameChg chg="add mod">
          <ac:chgData name="Ana Alexandra" userId="213d7a83-4762-4778-bb64-741c517938c1" providerId="ADAL" clId="{7A06A366-8017-46EC-9F4B-865921D4569C}" dt="2026-06-09T19:48:43.097" v="1708" actId="403"/>
          <ac:graphicFrameMkLst>
            <pc:docMk/>
            <pc:sldMk cId="1154347052" sldId="288"/>
            <ac:graphicFrameMk id="4" creationId="{E652311A-2206-B4D3-D93D-002D79797F9E}"/>
          </ac:graphicFrameMkLst>
        </pc:graphicFrameChg>
      </pc:sldChg>
      <pc:sldChg chg="addSp delSp modSp add mod">
        <pc:chgData name="Ana Alexandra" userId="213d7a83-4762-4778-bb64-741c517938c1" providerId="ADAL" clId="{7A06A366-8017-46EC-9F4B-865921D4569C}" dt="2026-06-09T19:42:39.407" v="1697" actId="404"/>
        <pc:sldMkLst>
          <pc:docMk/>
          <pc:sldMk cId="1080230884" sldId="289"/>
        </pc:sldMkLst>
        <pc:spChg chg="add mod">
          <ac:chgData name="Ana Alexandra" userId="213d7a83-4762-4778-bb64-741c517938c1" providerId="ADAL" clId="{7A06A366-8017-46EC-9F4B-865921D4569C}" dt="2026-06-09T19:42:03.941" v="1692" actId="20577"/>
          <ac:spMkLst>
            <pc:docMk/>
            <pc:sldMk cId="1080230884" sldId="289"/>
            <ac:spMk id="3" creationId="{E2BB299C-9CBF-8360-953B-0561877DD4EC}"/>
          </ac:spMkLst>
        </pc:spChg>
        <pc:spChg chg="del mod">
          <ac:chgData name="Ana Alexandra" userId="213d7a83-4762-4778-bb64-741c517938c1" providerId="ADAL" clId="{7A06A366-8017-46EC-9F4B-865921D4569C}" dt="2026-06-09T19:37:57.381" v="1658" actId="478"/>
          <ac:spMkLst>
            <pc:docMk/>
            <pc:sldMk cId="1080230884" sldId="289"/>
            <ac:spMk id="4" creationId="{8620A338-D67D-706A-4C35-1A2399A23E68}"/>
          </ac:spMkLst>
        </pc:spChg>
        <pc:spChg chg="mod">
          <ac:chgData name="Ana Alexandra" userId="213d7a83-4762-4778-bb64-741c517938c1" providerId="ADAL" clId="{7A06A366-8017-46EC-9F4B-865921D4569C}" dt="2026-06-09T19:37:18.122" v="1657" actId="20577"/>
          <ac:spMkLst>
            <pc:docMk/>
            <pc:sldMk cId="1080230884" sldId="289"/>
            <ac:spMk id="5" creationId="{E28F6F7D-2086-358E-123F-D55E0191E183}"/>
          </ac:spMkLst>
        </pc:spChg>
        <pc:spChg chg="add mod">
          <ac:chgData name="Ana Alexandra" userId="213d7a83-4762-4778-bb64-741c517938c1" providerId="ADAL" clId="{7A06A366-8017-46EC-9F4B-865921D4569C}" dt="2026-06-09T19:41:09.084" v="1680" actId="207"/>
          <ac:spMkLst>
            <pc:docMk/>
            <pc:sldMk cId="1080230884" sldId="289"/>
            <ac:spMk id="7" creationId="{263581B0-C751-CCF9-D7A5-E7BD9018E1AD}"/>
          </ac:spMkLst>
        </pc:spChg>
        <pc:spChg chg="add mod">
          <ac:chgData name="Ana Alexandra" userId="213d7a83-4762-4778-bb64-741c517938c1" providerId="ADAL" clId="{7A06A366-8017-46EC-9F4B-865921D4569C}" dt="2026-06-09T19:41:19.761" v="1681" actId="207"/>
          <ac:spMkLst>
            <pc:docMk/>
            <pc:sldMk cId="1080230884" sldId="289"/>
            <ac:spMk id="8" creationId="{4B74E830-3588-4C4E-E6BD-66F96CDD4771}"/>
          </ac:spMkLst>
        </pc:spChg>
        <pc:graphicFrameChg chg="add del mod">
          <ac:chgData name="Ana Alexandra" userId="213d7a83-4762-4778-bb64-741c517938c1" providerId="ADAL" clId="{7A06A366-8017-46EC-9F4B-865921D4569C}" dt="2026-06-09T19:39:20.651" v="1666" actId="478"/>
          <ac:graphicFrameMkLst>
            <pc:docMk/>
            <pc:sldMk cId="1080230884" sldId="289"/>
            <ac:graphicFrameMk id="2" creationId="{A5BAFD80-07B2-4003-8C67-A7C6D1729DF4}"/>
          </ac:graphicFrameMkLst>
        </pc:graphicFrameChg>
        <pc:graphicFrameChg chg="add mod">
          <ac:chgData name="Ana Alexandra" userId="213d7a83-4762-4778-bb64-741c517938c1" providerId="ADAL" clId="{7A06A366-8017-46EC-9F4B-865921D4569C}" dt="2026-06-09T19:42:39.407" v="1697" actId="404"/>
          <ac:graphicFrameMkLst>
            <pc:docMk/>
            <pc:sldMk cId="1080230884" sldId="289"/>
            <ac:graphicFrameMk id="9" creationId="{A5BAFD80-07B2-4003-8C67-A7C6D1729DF4}"/>
          </ac:graphicFrameMkLst>
        </pc:graphicFrameChg>
      </pc:sldChg>
      <pc:sldChg chg="addSp delSp modSp add mod">
        <pc:chgData name="Ana Alexandra" userId="213d7a83-4762-4778-bb64-741c517938c1" providerId="ADAL" clId="{7A06A366-8017-46EC-9F4B-865921D4569C}" dt="2026-06-09T19:28:17.759" v="1590" actId="20577"/>
        <pc:sldMkLst>
          <pc:docMk/>
          <pc:sldMk cId="4065462510" sldId="290"/>
        </pc:sldMkLst>
        <pc:spChg chg="mod">
          <ac:chgData name="Ana Alexandra" userId="213d7a83-4762-4778-bb64-741c517938c1" providerId="ADAL" clId="{7A06A366-8017-46EC-9F4B-865921D4569C}" dt="2026-06-09T19:28:17.759" v="1590" actId="20577"/>
          <ac:spMkLst>
            <pc:docMk/>
            <pc:sldMk cId="4065462510" sldId="290"/>
            <ac:spMk id="2" creationId="{C22DDF0E-B7E5-60FF-5ACA-CE95CDA2F3D1}"/>
          </ac:spMkLst>
        </pc:spChg>
        <pc:spChg chg="mod">
          <ac:chgData name="Ana Alexandra" userId="213d7a83-4762-4778-bb64-741c517938c1" providerId="ADAL" clId="{7A06A366-8017-46EC-9F4B-865921D4569C}" dt="2026-06-09T19:23:58.048" v="1560" actId="20577"/>
          <ac:spMkLst>
            <pc:docMk/>
            <pc:sldMk cId="4065462510" sldId="290"/>
            <ac:spMk id="5" creationId="{BFE307EA-7007-687A-8D9B-2B579D001CE0}"/>
          </ac:spMkLst>
        </pc:spChg>
        <pc:spChg chg="add mod">
          <ac:chgData name="Ana Alexandra" userId="213d7a83-4762-4778-bb64-741c517938c1" providerId="ADAL" clId="{7A06A366-8017-46EC-9F4B-865921D4569C}" dt="2026-06-04T17:12:51.913" v="1248" actId="1076"/>
          <ac:spMkLst>
            <pc:docMk/>
            <pc:sldMk cId="4065462510" sldId="290"/>
            <ac:spMk id="7" creationId="{27B4A63D-10B8-B297-32DE-C549447FD8AB}"/>
          </ac:spMkLst>
        </pc:spChg>
        <pc:spChg chg="add mod">
          <ac:chgData name="Ana Alexandra" userId="213d7a83-4762-4778-bb64-741c517938c1" providerId="ADAL" clId="{7A06A366-8017-46EC-9F4B-865921D4569C}" dt="2026-06-04T17:13:17.424" v="1253" actId="208"/>
          <ac:spMkLst>
            <pc:docMk/>
            <pc:sldMk cId="4065462510" sldId="290"/>
            <ac:spMk id="8" creationId="{3D79C000-CCAF-6F57-966D-C50F8C6336A2}"/>
          </ac:spMkLst>
        </pc:spChg>
        <pc:graphicFrameChg chg="add del mod">
          <ac:chgData name="Ana Alexandra" userId="213d7a83-4762-4778-bb64-741c517938c1" providerId="ADAL" clId="{7A06A366-8017-46EC-9F4B-865921D4569C}" dt="2026-06-09T19:24:10.932" v="1561" actId="478"/>
          <ac:graphicFrameMkLst>
            <pc:docMk/>
            <pc:sldMk cId="4065462510" sldId="290"/>
            <ac:graphicFrameMk id="3" creationId="{AB7DB21E-625F-4832-8C11-6221E3FF9969}"/>
          </ac:graphicFrameMkLst>
        </pc:graphicFrameChg>
        <pc:graphicFrameChg chg="add mod">
          <ac:chgData name="Ana Alexandra" userId="213d7a83-4762-4778-bb64-741c517938c1" providerId="ADAL" clId="{7A06A366-8017-46EC-9F4B-865921D4569C}" dt="2026-06-09T19:26:32.829" v="1577"/>
          <ac:graphicFrameMkLst>
            <pc:docMk/>
            <pc:sldMk cId="4065462510" sldId="290"/>
            <ac:graphicFrameMk id="4" creationId="{AB7DB21E-625F-4832-8C11-6221E3FF9969}"/>
          </ac:graphicFrameMkLst>
        </pc:graphicFrameChg>
      </pc:sldChg>
      <pc:sldChg chg="add del setBg">
        <pc:chgData name="Ana Alexandra" userId="213d7a83-4762-4778-bb64-741c517938c1" providerId="ADAL" clId="{7A06A366-8017-46EC-9F4B-865921D4569C}" dt="2026-06-09T20:12:19.327" v="1769" actId="2696"/>
        <pc:sldMkLst>
          <pc:docMk/>
          <pc:sldMk cId="2056130189" sldId="293"/>
        </pc:sldMkLst>
      </pc:sldChg>
      <pc:sldChg chg="addSp delSp modSp add mod setBg">
        <pc:chgData name="Ana Alexandra" userId="213d7a83-4762-4778-bb64-741c517938c1" providerId="ADAL" clId="{7A06A366-8017-46EC-9F4B-865921D4569C}" dt="2026-06-09T20:11:44.142" v="1768" actId="20577"/>
        <pc:sldMkLst>
          <pc:docMk/>
          <pc:sldMk cId="3448075553" sldId="294"/>
        </pc:sldMkLst>
        <pc:spChg chg="mod">
          <ac:chgData name="Ana Alexandra" userId="213d7a83-4762-4778-bb64-741c517938c1" providerId="ADAL" clId="{7A06A366-8017-46EC-9F4B-865921D4569C}" dt="2026-06-09T20:10:54.088" v="1762" actId="688"/>
          <ac:spMkLst>
            <pc:docMk/>
            <pc:sldMk cId="3448075553" sldId="294"/>
            <ac:spMk id="3" creationId="{1F60FF97-5590-3937-2B6F-154C42EB2A76}"/>
          </ac:spMkLst>
        </pc:spChg>
        <pc:spChg chg="mod">
          <ac:chgData name="Ana Alexandra" userId="213d7a83-4762-4778-bb64-741c517938c1" providerId="ADAL" clId="{7A06A366-8017-46EC-9F4B-865921D4569C}" dt="2026-06-09T20:11:44.142" v="1768" actId="20577"/>
          <ac:spMkLst>
            <pc:docMk/>
            <pc:sldMk cId="3448075553" sldId="294"/>
            <ac:spMk id="4" creationId="{F58DEE05-6C07-B7DD-671B-6CF33F73A9A1}"/>
          </ac:spMkLst>
        </pc:spChg>
        <pc:graphicFrameChg chg="add mod">
          <ac:chgData name="Ana Alexandra" userId="213d7a83-4762-4778-bb64-741c517938c1" providerId="ADAL" clId="{7A06A366-8017-46EC-9F4B-865921D4569C}" dt="2026-06-09T20:10:44.810" v="1760" actId="14100"/>
          <ac:graphicFrameMkLst>
            <pc:docMk/>
            <pc:sldMk cId="3448075553" sldId="294"/>
            <ac:graphicFrameMk id="2" creationId="{93B67CA8-1FE9-40C2-3658-CF8F3142456D}"/>
          </ac:graphicFrameMkLst>
        </pc:graphicFrameChg>
        <pc:graphicFrameChg chg="del">
          <ac:chgData name="Ana Alexandra" userId="213d7a83-4762-4778-bb64-741c517938c1" providerId="ADAL" clId="{7A06A366-8017-46EC-9F4B-865921D4569C}" dt="2026-06-09T20:07:44.425" v="1749" actId="478"/>
          <ac:graphicFrameMkLst>
            <pc:docMk/>
            <pc:sldMk cId="3448075553" sldId="294"/>
            <ac:graphicFrameMk id="9" creationId="{93B67CA8-1FE9-40C2-3658-CF8F3142456D}"/>
          </ac:graphicFrameMkLst>
        </pc:graphicFrameChg>
      </pc:sldChg>
    </pc:docChg>
  </pc:docChgLst>
  <pc:docChgLst>
    <pc:chgData name="Ana Alexandra" userId="213d7a83-4762-4778-bb64-741c517938c1" providerId="ADAL" clId="{11A3F099-C5EC-42C7-9472-5D3685535F36}"/>
    <pc:docChg chg="undo custSel addSld delSld modSld">
      <pc:chgData name="Ana Alexandra" userId="213d7a83-4762-4778-bb64-741c517938c1" providerId="ADAL" clId="{11A3F099-C5EC-42C7-9472-5D3685535F36}" dt="2026-07-06T16:01:32.352" v="367" actId="207"/>
      <pc:docMkLst>
        <pc:docMk/>
      </pc:docMkLst>
      <pc:sldChg chg="modSp mod">
        <pc:chgData name="Ana Alexandra" userId="213d7a83-4762-4778-bb64-741c517938c1" providerId="ADAL" clId="{11A3F099-C5EC-42C7-9472-5D3685535F36}" dt="2026-07-04T21:09:34.653" v="8" actId="20577"/>
        <pc:sldMkLst>
          <pc:docMk/>
          <pc:sldMk cId="1681692777" sldId="256"/>
        </pc:sldMkLst>
        <pc:spChg chg="mod">
          <ac:chgData name="Ana Alexandra" userId="213d7a83-4762-4778-bb64-741c517938c1" providerId="ADAL" clId="{11A3F099-C5EC-42C7-9472-5D3685535F36}" dt="2026-07-04T21:09:34.653" v="8" actId="20577"/>
          <ac:spMkLst>
            <pc:docMk/>
            <pc:sldMk cId="1681692777" sldId="256"/>
            <ac:spMk id="2" creationId="{00000000-0000-0000-0000-000000000000}"/>
          </ac:spMkLst>
        </pc:spChg>
      </pc:sldChg>
      <pc:sldChg chg="addSp delSp modSp mod">
        <pc:chgData name="Ana Alexandra" userId="213d7a83-4762-4778-bb64-741c517938c1" providerId="ADAL" clId="{11A3F099-C5EC-42C7-9472-5D3685535F36}" dt="2026-07-06T15:52:29.470" v="353"/>
        <pc:sldMkLst>
          <pc:docMk/>
          <pc:sldMk cId="4101470658" sldId="275"/>
        </pc:sldMkLst>
        <pc:spChg chg="mod">
          <ac:chgData name="Ana Alexandra" userId="213d7a83-4762-4778-bb64-741c517938c1" providerId="ADAL" clId="{11A3F099-C5EC-42C7-9472-5D3685535F36}" dt="2026-07-06T15:51:41.860" v="350" actId="20577"/>
          <ac:spMkLst>
            <pc:docMk/>
            <pc:sldMk cId="4101470658" sldId="275"/>
            <ac:spMk id="4" creationId="{893C95BA-1A67-2058-80CD-6A676749D164}"/>
          </ac:spMkLst>
        </pc:spChg>
        <pc:graphicFrameChg chg="del mod">
          <ac:chgData name="Ana Alexandra" userId="213d7a83-4762-4778-bb64-741c517938c1" providerId="ADAL" clId="{11A3F099-C5EC-42C7-9472-5D3685535F36}" dt="2026-07-05T04:22:20.805" v="256" actId="478"/>
          <ac:graphicFrameMkLst>
            <pc:docMk/>
            <pc:sldMk cId="4101470658" sldId="275"/>
            <ac:graphicFrameMk id="3" creationId="{3CDE1CF1-B50F-23DB-60E3-49657AA41DE6}"/>
          </ac:graphicFrameMkLst>
        </pc:graphicFrameChg>
        <pc:graphicFrameChg chg="add del mod">
          <ac:chgData name="Ana Alexandra" userId="213d7a83-4762-4778-bb64-741c517938c1" providerId="ADAL" clId="{11A3F099-C5EC-42C7-9472-5D3685535F36}" dt="2026-07-06T15:50:33.288" v="339" actId="478"/>
          <ac:graphicFrameMkLst>
            <pc:docMk/>
            <pc:sldMk cId="4101470658" sldId="275"/>
            <ac:graphicFrameMk id="8" creationId="{3CDE1CF1-B50F-23DB-60E3-49657AA41DE6}"/>
          </ac:graphicFrameMkLst>
        </pc:graphicFrameChg>
        <pc:graphicFrameChg chg="add mod">
          <ac:chgData name="Ana Alexandra" userId="213d7a83-4762-4778-bb64-741c517938c1" providerId="ADAL" clId="{11A3F099-C5EC-42C7-9472-5D3685535F36}" dt="2026-07-06T15:52:29.470" v="353"/>
          <ac:graphicFrameMkLst>
            <pc:docMk/>
            <pc:sldMk cId="4101470658" sldId="275"/>
            <ac:graphicFrameMk id="9" creationId="{3CDE1CF1-B50F-23DB-60E3-49657AA41DE6}"/>
          </ac:graphicFrameMkLst>
        </pc:graphicFrameChg>
      </pc:sldChg>
      <pc:sldChg chg="addSp delSp modSp mod">
        <pc:chgData name="Ana Alexandra" userId="213d7a83-4762-4778-bb64-741c517938c1" providerId="ADAL" clId="{11A3F099-C5EC-42C7-9472-5D3685535F36}" dt="2026-07-06T15:30:10.994" v="294" actId="20577"/>
        <pc:sldMkLst>
          <pc:docMk/>
          <pc:sldMk cId="2792092999" sldId="283"/>
        </pc:sldMkLst>
        <pc:spChg chg="mod">
          <ac:chgData name="Ana Alexandra" userId="213d7a83-4762-4778-bb64-741c517938c1" providerId="ADAL" clId="{11A3F099-C5EC-42C7-9472-5D3685535F36}" dt="2026-07-04T21:09:52.786" v="24" actId="20577"/>
          <ac:spMkLst>
            <pc:docMk/>
            <pc:sldMk cId="2792092999" sldId="283"/>
            <ac:spMk id="5" creationId="{B7E51B16-5E35-61AD-85B8-28C6D9DD3FB0}"/>
          </ac:spMkLst>
        </pc:spChg>
        <pc:spChg chg="mod">
          <ac:chgData name="Ana Alexandra" userId="213d7a83-4762-4778-bb64-741c517938c1" providerId="ADAL" clId="{11A3F099-C5EC-42C7-9472-5D3685535F36}" dt="2026-07-06T15:30:10.994" v="294" actId="20577"/>
          <ac:spMkLst>
            <pc:docMk/>
            <pc:sldMk cId="2792092999" sldId="283"/>
            <ac:spMk id="7" creationId="{E33084B4-E908-7017-A72C-5964FDB0B186}"/>
          </ac:spMkLst>
        </pc:spChg>
        <pc:graphicFrameChg chg="del">
          <ac:chgData name="Ana Alexandra" userId="213d7a83-4762-4778-bb64-741c517938c1" providerId="ADAL" clId="{11A3F099-C5EC-42C7-9472-5D3685535F36}" dt="2026-07-04T21:10:13.157" v="25" actId="478"/>
          <ac:graphicFrameMkLst>
            <pc:docMk/>
            <pc:sldMk cId="2792092999" sldId="283"/>
            <ac:graphicFrameMk id="3" creationId="{00000000-0008-0000-0800-000002000000}"/>
          </ac:graphicFrameMkLst>
        </pc:graphicFrameChg>
        <pc:graphicFrameChg chg="add del mod">
          <ac:chgData name="Ana Alexandra" userId="213d7a83-4762-4778-bb64-741c517938c1" providerId="ADAL" clId="{11A3F099-C5EC-42C7-9472-5D3685535F36}" dt="2026-07-06T15:29:24.106" v="280" actId="478"/>
          <ac:graphicFrameMkLst>
            <pc:docMk/>
            <pc:sldMk cId="2792092999" sldId="283"/>
            <ac:graphicFrameMk id="8" creationId="{00000000-0008-0000-0800-000002000000}"/>
          </ac:graphicFrameMkLst>
        </pc:graphicFrameChg>
        <pc:graphicFrameChg chg="add mod">
          <ac:chgData name="Ana Alexandra" userId="213d7a83-4762-4778-bb64-741c517938c1" providerId="ADAL" clId="{11A3F099-C5EC-42C7-9472-5D3685535F36}" dt="2026-07-06T15:29:58.845" v="290"/>
          <ac:graphicFrameMkLst>
            <pc:docMk/>
            <pc:sldMk cId="2792092999" sldId="283"/>
            <ac:graphicFrameMk id="9" creationId="{00000000-0008-0000-0800-000002000000}"/>
          </ac:graphicFrameMkLst>
        </pc:graphicFrameChg>
      </pc:sldChg>
      <pc:sldChg chg="addSp delSp modSp mod">
        <pc:chgData name="Ana Alexandra" userId="213d7a83-4762-4778-bb64-741c517938c1" providerId="ADAL" clId="{11A3F099-C5EC-42C7-9472-5D3685535F36}" dt="2026-07-06T16:01:32.352" v="367" actId="207"/>
        <pc:sldMkLst>
          <pc:docMk/>
          <pc:sldMk cId="1164943774" sldId="284"/>
        </pc:sldMkLst>
        <pc:spChg chg="mod">
          <ac:chgData name="Ana Alexandra" userId="213d7a83-4762-4778-bb64-741c517938c1" providerId="ADAL" clId="{11A3F099-C5EC-42C7-9472-5D3685535F36}" dt="2026-07-04T21:13:02.652" v="70" actId="20577"/>
          <ac:spMkLst>
            <pc:docMk/>
            <pc:sldMk cId="1164943774" sldId="284"/>
            <ac:spMk id="4" creationId="{824F42CF-8250-89AF-095A-9EACF55B7A0D}"/>
          </ac:spMkLst>
        </pc:spChg>
        <pc:spChg chg="mod">
          <ac:chgData name="Ana Alexandra" userId="213d7a83-4762-4778-bb64-741c517938c1" providerId="ADAL" clId="{11A3F099-C5EC-42C7-9472-5D3685535F36}" dt="2026-07-04T21:12:15.064" v="61" actId="20577"/>
          <ac:spMkLst>
            <pc:docMk/>
            <pc:sldMk cId="1164943774" sldId="284"/>
            <ac:spMk id="5" creationId="{34987530-A4C6-422E-4AF8-F8D249F37D23}"/>
          </ac:spMkLst>
        </pc:spChg>
        <pc:graphicFrameChg chg="del">
          <ac:chgData name="Ana Alexandra" userId="213d7a83-4762-4778-bb64-741c517938c1" providerId="ADAL" clId="{11A3F099-C5EC-42C7-9472-5D3685535F36}" dt="2026-07-04T21:12:37.460" v="62" actId="478"/>
          <ac:graphicFrameMkLst>
            <pc:docMk/>
            <pc:sldMk cId="1164943774" sldId="284"/>
            <ac:graphicFrameMk id="2" creationId="{00000000-0008-0000-0800-000004000000}"/>
          </ac:graphicFrameMkLst>
        </pc:graphicFrameChg>
        <pc:graphicFrameChg chg="add mod">
          <ac:chgData name="Ana Alexandra" userId="213d7a83-4762-4778-bb64-741c517938c1" providerId="ADAL" clId="{11A3F099-C5EC-42C7-9472-5D3685535F36}" dt="2026-07-06T16:01:32.352" v="367" actId="207"/>
          <ac:graphicFrameMkLst>
            <pc:docMk/>
            <pc:sldMk cId="1164943774" sldId="284"/>
            <ac:graphicFrameMk id="7" creationId="{00000000-0008-0000-0800-000004000000}"/>
          </ac:graphicFrameMkLst>
        </pc:graphicFrameChg>
      </pc:sldChg>
      <pc:sldChg chg="addSp delSp modSp mod">
        <pc:chgData name="Ana Alexandra" userId="213d7a83-4762-4778-bb64-741c517938c1" providerId="ADAL" clId="{11A3F099-C5EC-42C7-9472-5D3685535F36}" dt="2026-07-04T21:18:56.430" v="117" actId="207"/>
        <pc:sldMkLst>
          <pc:docMk/>
          <pc:sldMk cId="3031324259" sldId="286"/>
        </pc:sldMkLst>
        <pc:spChg chg="mod">
          <ac:chgData name="Ana Alexandra" userId="213d7a83-4762-4778-bb64-741c517938c1" providerId="ADAL" clId="{11A3F099-C5EC-42C7-9472-5D3685535F36}" dt="2026-07-04T21:15:21.123" v="95" actId="20577"/>
          <ac:spMkLst>
            <pc:docMk/>
            <pc:sldMk cId="3031324259" sldId="286"/>
            <ac:spMk id="2" creationId="{5F252265-ED0C-6BE7-5977-B0D615421298}"/>
          </ac:spMkLst>
        </pc:spChg>
        <pc:spChg chg="mod">
          <ac:chgData name="Ana Alexandra" userId="213d7a83-4762-4778-bb64-741c517938c1" providerId="ADAL" clId="{11A3F099-C5EC-42C7-9472-5D3685535F36}" dt="2026-07-04T21:15:07.437" v="90" actId="20577"/>
          <ac:spMkLst>
            <pc:docMk/>
            <pc:sldMk cId="3031324259" sldId="286"/>
            <ac:spMk id="5" creationId="{EC9B27BC-D8E1-4898-864A-C057D631C1BE}"/>
          </ac:spMkLst>
        </pc:spChg>
        <pc:graphicFrameChg chg="del">
          <ac:chgData name="Ana Alexandra" userId="213d7a83-4762-4778-bb64-741c517938c1" providerId="ADAL" clId="{11A3F099-C5EC-42C7-9472-5D3685535F36}" dt="2026-07-04T21:15:45.043" v="97" actId="478"/>
          <ac:graphicFrameMkLst>
            <pc:docMk/>
            <pc:sldMk cId="3031324259" sldId="286"/>
            <ac:graphicFrameMk id="3" creationId="{00000000-0008-0000-0800-000005000000}"/>
          </ac:graphicFrameMkLst>
        </pc:graphicFrameChg>
        <pc:graphicFrameChg chg="add mod">
          <ac:chgData name="Ana Alexandra" userId="213d7a83-4762-4778-bb64-741c517938c1" providerId="ADAL" clId="{11A3F099-C5EC-42C7-9472-5D3685535F36}" dt="2026-07-04T21:18:56.430" v="117" actId="207"/>
          <ac:graphicFrameMkLst>
            <pc:docMk/>
            <pc:sldMk cId="3031324259" sldId="286"/>
            <ac:graphicFrameMk id="7" creationId="{00000000-0008-0000-0800-000005000000}"/>
          </ac:graphicFrameMkLst>
        </pc:graphicFrameChg>
      </pc:sldChg>
      <pc:sldChg chg="delSp modSp del mod">
        <pc:chgData name="Ana Alexandra" userId="213d7a83-4762-4778-bb64-741c517938c1" providerId="ADAL" clId="{11A3F099-C5EC-42C7-9472-5D3685535F36}" dt="2026-07-04T21:58:40.892" v="201" actId="2696"/>
        <pc:sldMkLst>
          <pc:docMk/>
          <pc:sldMk cId="2941532946" sldId="287"/>
        </pc:sldMkLst>
        <pc:spChg chg="mod">
          <ac:chgData name="Ana Alexandra" userId="213d7a83-4762-4778-bb64-741c517938c1" providerId="ADAL" clId="{11A3F099-C5EC-42C7-9472-5D3685535F36}" dt="2026-07-04T21:34:31.569" v="182" actId="6549"/>
          <ac:spMkLst>
            <pc:docMk/>
            <pc:sldMk cId="2941532946" sldId="287"/>
            <ac:spMk id="4" creationId="{6635CF1D-A9F2-1F0A-C3CD-5EDC977EF683}"/>
          </ac:spMkLst>
        </pc:spChg>
        <pc:spChg chg="mod">
          <ac:chgData name="Ana Alexandra" userId="213d7a83-4762-4778-bb64-741c517938c1" providerId="ADAL" clId="{11A3F099-C5EC-42C7-9472-5D3685535F36}" dt="2026-07-04T21:34:10.959" v="176" actId="20577"/>
          <ac:spMkLst>
            <pc:docMk/>
            <pc:sldMk cId="2941532946" sldId="287"/>
            <ac:spMk id="5" creationId="{A1FA1663-139F-8463-52C3-411742E0FB77}"/>
          </ac:spMkLst>
        </pc:spChg>
        <pc:graphicFrameChg chg="del">
          <ac:chgData name="Ana Alexandra" userId="213d7a83-4762-4778-bb64-741c517938c1" providerId="ADAL" clId="{11A3F099-C5EC-42C7-9472-5D3685535F36}" dt="2026-07-04T21:34:54.888" v="184" actId="478"/>
          <ac:graphicFrameMkLst>
            <pc:docMk/>
            <pc:sldMk cId="2941532946" sldId="287"/>
            <ac:graphicFrameMk id="2" creationId="{00000000-0008-0000-0800-000006000000}"/>
          </ac:graphicFrameMkLst>
        </pc:graphicFrameChg>
      </pc:sldChg>
      <pc:sldChg chg="addSp delSp modSp mod">
        <pc:chgData name="Ana Alexandra" userId="213d7a83-4762-4778-bb64-741c517938c1" providerId="ADAL" clId="{11A3F099-C5EC-42C7-9472-5D3685535F36}" dt="2026-07-06T15:49:07.801" v="338" actId="20577"/>
        <pc:sldMkLst>
          <pc:docMk/>
          <pc:sldMk cId="1154347052" sldId="288"/>
        </pc:sldMkLst>
        <pc:spChg chg="mod">
          <ac:chgData name="Ana Alexandra" userId="213d7a83-4762-4778-bb64-741c517938c1" providerId="ADAL" clId="{11A3F099-C5EC-42C7-9472-5D3685535F36}" dt="2026-07-06T15:49:07.801" v="338" actId="20577"/>
          <ac:spMkLst>
            <pc:docMk/>
            <pc:sldMk cId="1154347052" sldId="288"/>
            <ac:spMk id="2" creationId="{71DD2EF5-FCBF-D787-BFCF-A83B4DA11E83}"/>
          </ac:spMkLst>
        </pc:spChg>
        <pc:spChg chg="mod">
          <ac:chgData name="Ana Alexandra" userId="213d7a83-4762-4778-bb64-741c517938c1" providerId="ADAL" clId="{11A3F099-C5EC-42C7-9472-5D3685535F36}" dt="2026-07-04T22:31:06.992" v="238" actId="20577"/>
          <ac:spMkLst>
            <pc:docMk/>
            <pc:sldMk cId="1154347052" sldId="288"/>
            <ac:spMk id="8" creationId="{AE1537A1-8677-04AB-11AE-AB310E2F0922}"/>
          </ac:spMkLst>
        </pc:spChg>
        <pc:graphicFrameChg chg="del">
          <ac:chgData name="Ana Alexandra" userId="213d7a83-4762-4778-bb64-741c517938c1" providerId="ADAL" clId="{11A3F099-C5EC-42C7-9472-5D3685535F36}" dt="2026-07-04T22:32:17.426" v="239" actId="478"/>
          <ac:graphicFrameMkLst>
            <pc:docMk/>
            <pc:sldMk cId="1154347052" sldId="288"/>
            <ac:graphicFrameMk id="4" creationId="{E652311A-2206-B4D3-D93D-002D79797F9E}"/>
          </ac:graphicFrameMkLst>
        </pc:graphicFrameChg>
        <pc:graphicFrameChg chg="add del mod">
          <ac:chgData name="Ana Alexandra" userId="213d7a83-4762-4778-bb64-741c517938c1" providerId="ADAL" clId="{11A3F099-C5EC-42C7-9472-5D3685535F36}" dt="2026-07-06T15:48:26.472" v="327" actId="478"/>
          <ac:graphicFrameMkLst>
            <pc:docMk/>
            <pc:sldMk cId="1154347052" sldId="288"/>
            <ac:graphicFrameMk id="6" creationId="{E652311A-2206-B4D3-D93D-002D79797F9E}"/>
          </ac:graphicFrameMkLst>
        </pc:graphicFrameChg>
        <pc:graphicFrameChg chg="add mod">
          <ac:chgData name="Ana Alexandra" userId="213d7a83-4762-4778-bb64-741c517938c1" providerId="ADAL" clId="{11A3F099-C5EC-42C7-9472-5D3685535F36}" dt="2026-07-06T15:48:44.493" v="334" actId="403"/>
          <ac:graphicFrameMkLst>
            <pc:docMk/>
            <pc:sldMk cId="1154347052" sldId="288"/>
            <ac:graphicFrameMk id="7" creationId="{E652311A-2206-B4D3-D93D-002D79797F9E}"/>
          </ac:graphicFrameMkLst>
        </pc:graphicFrameChg>
      </pc:sldChg>
      <pc:sldChg chg="addSp delSp modSp mod">
        <pc:chgData name="Ana Alexandra" userId="213d7a83-4762-4778-bb64-741c517938c1" providerId="ADAL" clId="{11A3F099-C5EC-42C7-9472-5D3685535F36}" dt="2026-07-06T15:47:55.970" v="326" actId="20577"/>
        <pc:sldMkLst>
          <pc:docMk/>
          <pc:sldMk cId="1080230884" sldId="289"/>
        </pc:sldMkLst>
        <pc:spChg chg="mod">
          <ac:chgData name="Ana Alexandra" userId="213d7a83-4762-4778-bb64-741c517938c1" providerId="ADAL" clId="{11A3F099-C5EC-42C7-9472-5D3685535F36}" dt="2026-07-06T15:47:55.970" v="326" actId="20577"/>
          <ac:spMkLst>
            <pc:docMk/>
            <pc:sldMk cId="1080230884" sldId="289"/>
            <ac:spMk id="3" creationId="{E2BB299C-9CBF-8360-953B-0561877DD4EC}"/>
          </ac:spMkLst>
        </pc:spChg>
        <pc:spChg chg="mod">
          <ac:chgData name="Ana Alexandra" userId="213d7a83-4762-4778-bb64-741c517938c1" providerId="ADAL" clId="{11A3F099-C5EC-42C7-9472-5D3685535F36}" dt="2026-07-04T21:59:46.008" v="213" actId="20577"/>
          <ac:spMkLst>
            <pc:docMk/>
            <pc:sldMk cId="1080230884" sldId="289"/>
            <ac:spMk id="5" creationId="{E28F6F7D-2086-358E-123F-D55E0191E183}"/>
          </ac:spMkLst>
        </pc:spChg>
        <pc:graphicFrameChg chg="add del mod">
          <ac:chgData name="Ana Alexandra" userId="213d7a83-4762-4778-bb64-741c517938c1" providerId="ADAL" clId="{11A3F099-C5EC-42C7-9472-5D3685535F36}" dt="2026-07-06T15:47:28.183" v="322" actId="113"/>
          <ac:graphicFrameMkLst>
            <pc:docMk/>
            <pc:sldMk cId="1080230884" sldId="289"/>
            <ac:graphicFrameMk id="9" creationId="{A5BAFD80-07B2-4003-8C67-A7C6D1729DF4}"/>
          </ac:graphicFrameMkLst>
        </pc:graphicFrameChg>
        <pc:graphicFrameChg chg="add del mod">
          <ac:chgData name="Ana Alexandra" userId="213d7a83-4762-4778-bb64-741c517938c1" providerId="ADAL" clId="{11A3F099-C5EC-42C7-9472-5D3685535F36}" dt="2026-07-06T15:47:03.416" v="314" actId="478"/>
          <ac:graphicFrameMkLst>
            <pc:docMk/>
            <pc:sldMk cId="1080230884" sldId="289"/>
            <ac:graphicFrameMk id="10" creationId="{A5BAFD80-07B2-4003-8C67-A7C6D1729DF4}"/>
          </ac:graphicFrameMkLst>
        </pc:graphicFrameChg>
      </pc:sldChg>
      <pc:sldChg chg="addSp delSp modSp mod">
        <pc:chgData name="Ana Alexandra" userId="213d7a83-4762-4778-bb64-741c517938c1" providerId="ADAL" clId="{11A3F099-C5EC-42C7-9472-5D3685535F36}" dt="2026-07-04T21:33:50.190" v="166" actId="20577"/>
        <pc:sldMkLst>
          <pc:docMk/>
          <pc:sldMk cId="4065462510" sldId="290"/>
        </pc:sldMkLst>
        <pc:spChg chg="mod">
          <ac:chgData name="Ana Alexandra" userId="213d7a83-4762-4778-bb64-741c517938c1" providerId="ADAL" clId="{11A3F099-C5EC-42C7-9472-5D3685535F36}" dt="2026-07-04T21:33:50.190" v="166" actId="20577"/>
          <ac:spMkLst>
            <pc:docMk/>
            <pc:sldMk cId="4065462510" sldId="290"/>
            <ac:spMk id="2" creationId="{C22DDF0E-B7E5-60FF-5ACA-CE95CDA2F3D1}"/>
          </ac:spMkLst>
        </pc:spChg>
        <pc:spChg chg="mod">
          <ac:chgData name="Ana Alexandra" userId="213d7a83-4762-4778-bb64-741c517938c1" providerId="ADAL" clId="{11A3F099-C5EC-42C7-9472-5D3685535F36}" dt="2026-07-04T21:20:10.547" v="129" actId="20577"/>
          <ac:spMkLst>
            <pc:docMk/>
            <pc:sldMk cId="4065462510" sldId="290"/>
            <ac:spMk id="5" creationId="{BFE307EA-7007-687A-8D9B-2B579D001CE0}"/>
          </ac:spMkLst>
        </pc:spChg>
        <pc:spChg chg="mod">
          <ac:chgData name="Ana Alexandra" userId="213d7a83-4762-4778-bb64-741c517938c1" providerId="ADAL" clId="{11A3F099-C5EC-42C7-9472-5D3685535F36}" dt="2026-07-04T21:32:28.138" v="155" actId="1038"/>
          <ac:spMkLst>
            <pc:docMk/>
            <pc:sldMk cId="4065462510" sldId="290"/>
            <ac:spMk id="8" creationId="{3D79C000-CCAF-6F57-966D-C50F8C6336A2}"/>
          </ac:spMkLst>
        </pc:spChg>
        <pc:graphicFrameChg chg="del">
          <ac:chgData name="Ana Alexandra" userId="213d7a83-4762-4778-bb64-741c517938c1" providerId="ADAL" clId="{11A3F099-C5EC-42C7-9472-5D3685535F36}" dt="2026-07-04T21:20:31.022" v="130" actId="478"/>
          <ac:graphicFrameMkLst>
            <pc:docMk/>
            <pc:sldMk cId="4065462510" sldId="290"/>
            <ac:graphicFrameMk id="4" creationId="{AB7DB21E-625F-4832-8C11-6221E3FF9969}"/>
          </ac:graphicFrameMkLst>
        </pc:graphicFrameChg>
        <pc:graphicFrameChg chg="add mod">
          <ac:chgData name="Ana Alexandra" userId="213d7a83-4762-4778-bb64-741c517938c1" providerId="ADAL" clId="{11A3F099-C5EC-42C7-9472-5D3685535F36}" dt="2026-07-04T21:32:56.505" v="157" actId="207"/>
          <ac:graphicFrameMkLst>
            <pc:docMk/>
            <pc:sldMk cId="4065462510" sldId="290"/>
            <ac:graphicFrameMk id="9" creationId="{AB7DB21E-625F-4832-8C11-6221E3FF9969}"/>
          </ac:graphicFrameMkLst>
        </pc:graphicFrameChg>
      </pc:sldChg>
      <pc:sldChg chg="addSp delSp modSp mod">
        <pc:chgData name="Ana Alexandra" userId="213d7a83-4762-4778-bb64-741c517938c1" providerId="ADAL" clId="{11A3F099-C5EC-42C7-9472-5D3685535F36}" dt="2026-07-06T15:56:09.759" v="363" actId="20577"/>
        <pc:sldMkLst>
          <pc:docMk/>
          <pc:sldMk cId="3448075553" sldId="294"/>
        </pc:sldMkLst>
        <pc:spChg chg="mod">
          <ac:chgData name="Ana Alexandra" userId="213d7a83-4762-4778-bb64-741c517938c1" providerId="ADAL" clId="{11A3F099-C5EC-42C7-9472-5D3685535F36}" dt="2026-07-06T15:56:09.759" v="363" actId="20577"/>
          <ac:spMkLst>
            <pc:docMk/>
            <pc:sldMk cId="3448075553" sldId="294"/>
            <ac:spMk id="4" creationId="{F58DEE05-6C07-B7DD-671B-6CF33F73A9A1}"/>
          </ac:spMkLst>
        </pc:spChg>
        <pc:graphicFrameChg chg="del">
          <ac:chgData name="Ana Alexandra" userId="213d7a83-4762-4778-bb64-741c517938c1" providerId="ADAL" clId="{11A3F099-C5EC-42C7-9472-5D3685535F36}" dt="2026-07-05T04:24:51.702" v="266" actId="478"/>
          <ac:graphicFrameMkLst>
            <pc:docMk/>
            <pc:sldMk cId="3448075553" sldId="294"/>
            <ac:graphicFrameMk id="2" creationId="{93B67CA8-1FE9-40C2-3658-CF8F3142456D}"/>
          </ac:graphicFrameMkLst>
        </pc:graphicFrameChg>
        <pc:graphicFrameChg chg="add del mod">
          <ac:chgData name="Ana Alexandra" userId="213d7a83-4762-4778-bb64-741c517938c1" providerId="ADAL" clId="{11A3F099-C5EC-42C7-9472-5D3685535F36}" dt="2026-07-06T15:54:54.021" v="354" actId="478"/>
          <ac:graphicFrameMkLst>
            <pc:docMk/>
            <pc:sldMk cId="3448075553" sldId="294"/>
            <ac:graphicFrameMk id="8" creationId="{93B67CA8-1FE9-40C2-3658-CF8F3142456D}"/>
          </ac:graphicFrameMkLst>
        </pc:graphicFrameChg>
        <pc:graphicFrameChg chg="add mod">
          <ac:chgData name="Ana Alexandra" userId="213d7a83-4762-4778-bb64-741c517938c1" providerId="ADAL" clId="{11A3F099-C5EC-42C7-9472-5D3685535F36}" dt="2026-07-06T15:55:11.252" v="361" actId="403"/>
          <ac:graphicFrameMkLst>
            <pc:docMk/>
            <pc:sldMk cId="3448075553" sldId="294"/>
            <ac:graphicFrameMk id="9" creationId="{93B67CA8-1FE9-40C2-3658-CF8F3142456D}"/>
          </ac:graphicFrameMkLst>
        </pc:graphicFrameChg>
      </pc:sldChg>
      <pc:sldChg chg="add del">
        <pc:chgData name="Ana Alexandra" userId="213d7a83-4762-4778-bb64-741c517938c1" providerId="ADAL" clId="{11A3F099-C5EC-42C7-9472-5D3685535F36}" dt="2026-07-04T21:19:36.241" v="119" actId="2696"/>
        <pc:sldMkLst>
          <pc:docMk/>
          <pc:sldMk cId="52878375" sldId="295"/>
        </pc:sldMkLst>
      </pc:sldChg>
      <pc:sldChg chg="addSp delSp modSp add mod">
        <pc:chgData name="Ana Alexandra" userId="213d7a83-4762-4778-bb64-741c517938c1" providerId="ADAL" clId="{11A3F099-C5EC-42C7-9472-5D3685535F36}" dt="2026-07-06T15:43:26.764" v="312" actId="207"/>
        <pc:sldMkLst>
          <pc:docMk/>
          <pc:sldMk cId="105927797" sldId="295"/>
        </pc:sldMkLst>
        <pc:spChg chg="mod">
          <ac:chgData name="Ana Alexandra" userId="213d7a83-4762-4778-bb64-741c517938c1" providerId="ADAL" clId="{11A3F099-C5EC-42C7-9472-5D3685535F36}" dt="2026-07-06T15:37:57.297" v="296" actId="20577"/>
          <ac:spMkLst>
            <pc:docMk/>
            <pc:sldMk cId="105927797" sldId="295"/>
            <ac:spMk id="4" creationId="{6635CF1D-A9F2-1F0A-C3CD-5EDC977EF683}"/>
          </ac:spMkLst>
        </pc:spChg>
        <pc:graphicFrameChg chg="del mod">
          <ac:chgData name="Ana Alexandra" userId="213d7a83-4762-4778-bb64-741c517938c1" providerId="ADAL" clId="{11A3F099-C5EC-42C7-9472-5D3685535F36}" dt="2026-07-04T21:56:36.862" v="187" actId="478"/>
          <ac:graphicFrameMkLst>
            <pc:docMk/>
            <pc:sldMk cId="105927797" sldId="295"/>
            <ac:graphicFrameMk id="2" creationId="{00000000-0008-0000-0800-000006000000}"/>
          </ac:graphicFrameMkLst>
        </pc:graphicFrameChg>
        <pc:graphicFrameChg chg="add del mod">
          <ac:chgData name="Ana Alexandra" userId="213d7a83-4762-4778-bb64-741c517938c1" providerId="ADAL" clId="{11A3F099-C5EC-42C7-9472-5D3685535F36}" dt="2026-07-06T15:38:45.961" v="297" actId="478"/>
          <ac:graphicFrameMkLst>
            <pc:docMk/>
            <pc:sldMk cId="105927797" sldId="295"/>
            <ac:graphicFrameMk id="7" creationId="{00000000-0008-0000-0800-000006000000}"/>
          </ac:graphicFrameMkLst>
        </pc:graphicFrameChg>
        <pc:graphicFrameChg chg="add mod">
          <ac:chgData name="Ana Alexandra" userId="213d7a83-4762-4778-bb64-741c517938c1" providerId="ADAL" clId="{11A3F099-C5EC-42C7-9472-5D3685535F36}" dt="2026-07-06T15:43:26.764" v="312" actId="207"/>
          <ac:graphicFrameMkLst>
            <pc:docMk/>
            <pc:sldMk cId="105927797" sldId="295"/>
            <ac:graphicFrameMk id="8" creationId="{00000000-0008-0000-0800-000006000000}"/>
          </ac:graphicFrameMkLst>
        </pc:graphicFrameChg>
      </pc:sldChg>
      <pc:sldChg chg="add del setBg">
        <pc:chgData name="Ana Alexandra" userId="213d7a83-4762-4778-bb64-741c517938c1" providerId="ADAL" clId="{11A3F099-C5EC-42C7-9472-5D3685535F36}" dt="2026-07-04T21:12:01.332" v="51" actId="2696"/>
        <pc:sldMkLst>
          <pc:docMk/>
          <pc:sldMk cId="811256205" sldId="295"/>
        </pc:sldMkLst>
      </pc:sldChg>
      <pc:sldChg chg="add del">
        <pc:chgData name="Ana Alexandra" userId="213d7a83-4762-4778-bb64-741c517938c1" providerId="ADAL" clId="{11A3F099-C5EC-42C7-9472-5D3685535F36}" dt="2026-07-04T21:14:56.938" v="81" actId="2696"/>
        <pc:sldMkLst>
          <pc:docMk/>
          <pc:sldMk cId="1529341428" sldId="295"/>
        </pc:sldMkLst>
      </pc:sldChg>
      <pc:sldChg chg="add del">
        <pc:chgData name="Ana Alexandra" userId="213d7a83-4762-4778-bb64-741c517938c1" providerId="ADAL" clId="{11A3F099-C5EC-42C7-9472-5D3685535F36}" dt="2026-07-04T21:34:02.771" v="167" actId="47"/>
        <pc:sldMkLst>
          <pc:docMk/>
          <pc:sldMk cId="2962122388" sldId="295"/>
        </pc:sldMkLst>
      </pc:sldChg>
      <pc:sldChg chg="add del">
        <pc:chgData name="Ana Alexandra" userId="213d7a83-4762-4778-bb64-741c517938c1" providerId="ADAL" clId="{11A3F099-C5EC-42C7-9472-5D3685535F36}" dt="2026-07-04T21:59:36.179" v="202" actId="2696"/>
        <pc:sldMkLst>
          <pc:docMk/>
          <pc:sldMk cId="722064676" sldId="29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imeclinicanet-my.sharepoint.com/personal/audconcurrente2_dime_com_co/Documents/1_C_AMV%20AUDITORIA%20CONCURRENTE/1_ACTUALIZAR%20EN%20NUBE/4_Estancias%20Inactivas/1_Tablero_Gr&#225;ficas_Estancias_Inactivas/2_Tableros_Gr&#225;ficas_2026/6_Tablero_Gr&#225;ficas_Estan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imeclinicanet-my.sharepoint.com/personal/audconcurrente2_dime_com_co/Documents/1_C_AMV%20AUDITORIA%20CONCURRENTE/1_ACTUALIZAR%20EN%20NUBE/4_Estancias%20Inactivas/1_Tablero_Gr&#225;ficas_Estancias_Inactivas/2_Tableros_Gr&#225;ficas_2026/6_Tablero_Gr&#225;ficas_Estancias_Inact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imeclinicanet-my.sharepoint.com/personal/audconcurrente2_dime_com_co/Documents/1_C_AMV%20AUDITORIA%20CONCURRENTE/1_ACTUALIZAR%20EN%20NUBE/4_Estancias%20Inactivas/1_Tablero_Gr&#225;ficas_Estancias_Inactivas/2_Tableros_Gr&#225;ficas_2026/6_Tablero_Gr&#225;ficas_Estancias_Inact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imeclinicanet-my.sharepoint.com/personal/audconcurrente2_dime_com_co/Documents/1_C_AMV%20AUDITORIA%20CONCURRENTE/1_ACTUALIZAR%20EN%20NUBE/4_Estancias%20Inactivas/1_Tablero_Gr&#225;ficas_Estancias_Inactivas/2_Tableros_Gr&#225;ficas_2026/6_Tablero_Gr&#225;ficas_Estancias_Inact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imeclinicanet-my.sharepoint.com/personal/audconcurrente2_dime_com_co/Documents/1_C_AMV%20AUDITORIA%20CONCURRENTE/1_ACTUALIZAR%20EN%20NUBE/4_Estancias%20Inactivas/1_Tablero_Gr&#225;ficas_Estancias_Inactivas/2_Tableros_Gr&#225;ficas_2026/6_Tablero_Gr&#225;ficas_Estan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imeclinicanet-my.sharepoint.com/personal/audconcurrente2_dime_com_co/Documents/1_C_AMV%20AUDITORIA%20CONCURRENTE/1_ACTUALIZAR%20EN%20NUBE/4_Estancias%20Inactivas/1_Tablero_Gr&#225;ficas_Estancias_Inactivas/2_Tableros_Gr&#225;ficas_2026/6_Tablero_Gr&#225;ficas_Estan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imeclinicanet-my.sharepoint.com/personal/audconcurrente2_dime_com_co/Documents/1_C_AMV%20AUDITORIA%20CONCURRENTE/1_ACTUALIZAR%20EN%20NUBE/4_Estancias%20Inactivas/1_Tablero_Gr&#225;ficas_Estancias_Inactivas/2_Tableros_Gr&#225;ficas_2026/6_Tablero_Gr&#225;ficas_Estan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imeclinicanet-my.sharepoint.com/personal/audconcurrente2_dime_com_co/Documents/1_C_AMV%20AUDITORIA%20CONCURRENTE/1_ACTUALIZAR%20EN%20NUBE/4_Estancias%20Inactivas/1_Tablero_Gr&#225;ficas_Estancias_Inactivas/2_Tableros_Gr&#225;ficas_2026/6_Tablero_Gr&#225;ficas_Estan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imeclinicanet-my.sharepoint.com/personal/audconcurrente2_dime_com_co/Documents/1_C_AMV%20AUDITORIA%20CONCURRENTE/1_ACTUALIZAR%20EN%20NUBE/4_Estancias%20Inactivas/1_Tablero_Gr&#225;ficas_Estancias_Inactivas/2_Tableros_Gr&#225;ficas_2026/6_Tablero_Gr&#225;ficas_Estan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[6_Table_Gráf_estan_inac_JUN_2026.xlsx]GRÁFICOS 2026!TablaDinámica4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8"/>
        <c:spPr>
          <a:solidFill>
            <a:srgbClr val="6EC07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1"/>
        <c:spPr>
          <a:solidFill>
            <a:srgbClr val="92C4F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2"/>
        <c:spPr>
          <a:solidFill>
            <a:srgbClr val="6EC07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3"/>
        <c:spPr>
          <a:solidFill>
            <a:schemeClr val="accent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4"/>
        <c:spPr>
          <a:solidFill>
            <a:srgbClr val="6EC07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rgbClr val="92C4F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6"/>
        <c:spPr>
          <a:solidFill>
            <a:srgbClr val="6EC07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7"/>
        <c:spPr>
          <a:solidFill>
            <a:srgbClr val="6EC07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rgbClr val="92C4F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9"/>
        <c:spPr>
          <a:solidFill>
            <a:srgbClr val="6EC07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7.8284328994187746E-2"/>
          <c:w val="1"/>
          <c:h val="0.76488662446605926"/>
        </c:manualLayout>
      </c:layout>
      <c:pie3DChart>
        <c:varyColors val="1"/>
        <c:ser>
          <c:idx val="0"/>
          <c:order val="0"/>
          <c:tx>
            <c:strRef>
              <c:f>'GRÁFICOS 2026'!$C$4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6EC072"/>
            </a:solidFill>
          </c:spPr>
          <c:dPt>
            <c:idx val="0"/>
            <c:bubble3D val="0"/>
            <c:spPr>
              <a:solidFill>
                <a:srgbClr val="92C4F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31C-4DD9-A9F3-A8106FE7153D}"/>
              </c:ext>
            </c:extLst>
          </c:dPt>
          <c:dPt>
            <c:idx val="1"/>
            <c:bubble3D val="0"/>
            <c:spPr>
              <a:solidFill>
                <a:srgbClr val="6EC07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D31C-4DD9-A9F3-A8106FE7153D}"/>
              </c:ext>
            </c:extLst>
          </c:dPt>
          <c:dPt>
            <c:idx val="2"/>
            <c:bubble3D val="0"/>
            <c:spPr>
              <a:solidFill>
                <a:srgbClr val="6EC07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31C-4DD9-A9F3-A8106FE7153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es-CO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'GRÁFICOS 2026'!$B$5:$B$7</c:f>
              <c:strCache>
                <c:ptCount val="2"/>
                <c:pt idx="0">
                  <c:v>1. Por EPS</c:v>
                </c:pt>
                <c:pt idx="1">
                  <c:v>2. Por IPS</c:v>
                </c:pt>
              </c:strCache>
            </c:strRef>
          </c:cat>
          <c:val>
            <c:numRef>
              <c:f>'GRÁFICOS 2026'!$C$5:$C$7</c:f>
              <c:numCache>
                <c:formatCode>General</c:formatCode>
                <c:ptCount val="2"/>
                <c:pt idx="0">
                  <c:v>121</c:v>
                </c:pt>
                <c:pt idx="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31C-4DD9-A9F3-A8106FE7153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pPr>
      <a:endParaRPr lang="es-CO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[6_Table_Gráf_estan_inac_JUN_2026.xlsx]GRÁFICOS 2026!TablaDinámica5</c:name>
    <c:fmtId val="-1"/>
  </c:pivotSource>
  <c:chart>
    <c:autoTitleDeleted val="1"/>
    <c:pivotFmts>
      <c:pivotFmt>
        <c:idx val="0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1.0040160642570281E-2"/>
              <c:y val="-9.259259259259258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4.3630931316169727E-2"/>
              <c:y val="5.37602070574511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2.5100401606425703E-2"/>
              <c:y val="-2.31481481481481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6.170227668170692E-2"/>
              <c:y val="0.1119123651210265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1.7283206523341886E-2"/>
              <c:y val="2.727580927384077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2.3835670470966453E-2"/>
              <c:y val="3.427566345873432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6.0861423220973786E-2"/>
                  <c:h val="6.4745552639253412E-2"/>
                </c:manualLayout>
              </c15:layout>
            </c:ext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5311244979919678"/>
              <c:y val="-0.1342592592592592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4.5180722891566265E-2"/>
              <c:y val="-3.703703703703707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1.0040160642570281E-2"/>
              <c:y val="-8.333333333333332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5.0200803212851405E-3"/>
              <c:y val="-4.16666666666667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4.0160642570281145E-2"/>
              <c:y val="-7.87037037037037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2.7610441767068273E-2"/>
              <c:y val="-8.333333333333341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3.0120481927710843E-2"/>
              <c:y val="4.629629629629629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5"/>
        <c:dLbl>
          <c:idx val="0"/>
          <c:layout>
            <c:manualLayout>
              <c:x val="5.3474532261007478E-2"/>
              <c:y val="-2.401574803149610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rgbClr val="FF000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5"/>
        <c:spPr>
          <a:solidFill>
            <a:srgbClr val="34C2B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7"/>
        <c:spPr>
          <a:solidFill>
            <a:srgbClr val="92C4F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8"/>
        <c:spPr>
          <a:solidFill>
            <a:srgbClr val="8FFFFF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2"/>
        <c:spPr>
          <a:solidFill>
            <a:srgbClr val="00206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3"/>
        <c:spPr>
          <a:solidFill>
            <a:srgbClr val="FF990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4"/>
        <c:spPr>
          <a:solidFill>
            <a:srgbClr val="FFFF0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5"/>
        <c:spPr>
          <a:solidFill>
            <a:srgbClr val="92D05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6"/>
        <c:spPr>
          <a:solidFill>
            <a:srgbClr val="FFFF0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7"/>
        <c:spPr>
          <a:solidFill>
            <a:srgbClr val="0070C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solidFill>
            <a:srgbClr val="FF000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2"/>
        <c:spPr>
          <a:solidFill>
            <a:srgbClr val="34C2B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3"/>
        <c:spPr>
          <a:solidFill>
            <a:srgbClr val="92C4F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4"/>
        <c:spPr>
          <a:solidFill>
            <a:srgbClr val="FF990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spPr>
          <a:solidFill>
            <a:srgbClr val="FF000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8"/>
        <c:spPr>
          <a:solidFill>
            <a:srgbClr val="34C2B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9"/>
        <c:spPr>
          <a:solidFill>
            <a:srgbClr val="92C4F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0"/>
        <c:spPr>
          <a:solidFill>
            <a:srgbClr val="FF990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'GRÁFICOS 2026'!$C$21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152-41CB-80C6-5B1CAEB20BC9}"/>
              </c:ext>
            </c:extLst>
          </c:dPt>
          <c:dPt>
            <c:idx val="1"/>
            <c:bubble3D val="0"/>
            <c:spPr>
              <a:solidFill>
                <a:srgbClr val="34C2B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152-41CB-80C6-5B1CAEB20BC9}"/>
              </c:ext>
            </c:extLst>
          </c:dPt>
          <c:dPt>
            <c:idx val="2"/>
            <c:bubble3D val="0"/>
            <c:spPr>
              <a:solidFill>
                <a:srgbClr val="CBE3F9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A152-41CB-80C6-5B1CAEB20BC9}"/>
              </c:ext>
            </c:extLst>
          </c:dPt>
          <c:dPt>
            <c:idx val="3"/>
            <c:bubble3D val="0"/>
            <c:spPr>
              <a:solidFill>
                <a:srgbClr val="21FBB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A152-41CB-80C6-5B1CAEB20BC9}"/>
              </c:ext>
            </c:extLst>
          </c:dPt>
          <c:dPt>
            <c:idx val="4"/>
            <c:bubble3D val="0"/>
            <c:spPr>
              <a:solidFill>
                <a:srgbClr val="FFFF0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A152-41CB-80C6-5B1CAEB20BC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A152-41CB-80C6-5B1CAEB20BC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A152-41CB-80C6-5B1CAEB20BC9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A152-41CB-80C6-5B1CAEB20BC9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A152-41CB-80C6-5B1CAEB20BC9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A152-41CB-80C6-5B1CAEB20BC9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00" b="1" i="0" u="none" strike="noStrike" kern="1200" baseline="0">
                      <a:solidFill>
                        <a:schemeClr val="bg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defRPr>
                  </a:pPr>
                  <a:endParaRPr lang="es-CO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A152-41CB-80C6-5B1CAEB20BC9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00" b="1" i="0" u="none" strike="noStrike" kern="1200" baseline="0">
                      <a:solidFill>
                        <a:schemeClr val="bg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defRPr>
                  </a:pPr>
                  <a:endParaRPr lang="es-CO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A152-41CB-80C6-5B1CAEB20B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300" b="1" i="0" u="none" strike="noStrike" kern="1200" baseline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es-CO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'GRÁFICOS 2026'!$B$22:$B$27</c:f>
              <c:strCache>
                <c:ptCount val="5"/>
                <c:pt idx="0">
                  <c:v>NUEVA EPS</c:v>
                </c:pt>
                <c:pt idx="1">
                  <c:v>SANITAS EPS</c:v>
                </c:pt>
                <c:pt idx="2">
                  <c:v>FOMAG</c:v>
                </c:pt>
                <c:pt idx="3">
                  <c:v>SURA</c:v>
                </c:pt>
                <c:pt idx="4">
                  <c:v>SOS</c:v>
                </c:pt>
              </c:strCache>
            </c:strRef>
          </c:cat>
          <c:val>
            <c:numRef>
              <c:f>'GRÁFICOS 2026'!$C$22:$C$27</c:f>
              <c:numCache>
                <c:formatCode>General</c:formatCode>
                <c:ptCount val="5"/>
                <c:pt idx="0">
                  <c:v>29</c:v>
                </c:pt>
                <c:pt idx="1">
                  <c:v>38</c:v>
                </c:pt>
                <c:pt idx="2">
                  <c:v>30</c:v>
                </c:pt>
                <c:pt idx="3">
                  <c:v>23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152-41CB-80C6-5B1CAEB20BC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602519326043974"/>
          <c:y val="7.5739723936520578E-2"/>
          <c:w val="0.17437530587294228"/>
          <c:h val="0.8800541646635157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1" i="0" u="none" strike="noStrike" kern="1200" baseline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300" b="1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pPr>
      <a:endParaRPr lang="es-CO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[6_Table_Gráf_estan_inac_JUN_2026.xlsx]GRÁFICOS 2026!TablaDinámica6</c:name>
    <c:fmtId val="-1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1"/>
        <c:spPr>
          <a:solidFill>
            <a:srgbClr val="C0DDF8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2"/>
        <c:spPr>
          <a:solidFill>
            <a:srgbClr val="2A9D8F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3"/>
        <c:spPr>
          <a:solidFill>
            <a:srgbClr val="FF75BA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rgbClr val="C0DDF8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2"/>
        <c:spPr>
          <a:solidFill>
            <a:srgbClr val="2A9D8F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3"/>
        <c:spPr>
          <a:solidFill>
            <a:srgbClr val="FF75BA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rgbClr val="C0DDF8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0"/>
        <c:spPr>
          <a:solidFill>
            <a:srgbClr val="2A9D8F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1"/>
        <c:spPr>
          <a:solidFill>
            <a:srgbClr val="FF75BA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6.0720183674460942E-2"/>
          <c:y val="2.9031933925276213E-2"/>
          <c:w val="0.87961617627693878"/>
          <c:h val="0.84204347070727936"/>
        </c:manualLayout>
      </c:layout>
      <c:pie3DChart>
        <c:varyColors val="1"/>
        <c:ser>
          <c:idx val="0"/>
          <c:order val="0"/>
          <c:tx>
            <c:strRef>
              <c:f>'GRÁFICOS 2026'!$C$45</c:f>
              <c:strCache>
                <c:ptCount val="1"/>
                <c:pt idx="0">
                  <c:v>CAUSAS DE ESTANCIA POR EPS</c:v>
                </c:pt>
              </c:strCache>
            </c:strRef>
          </c:tx>
          <c:dPt>
            <c:idx val="0"/>
            <c:bubble3D val="0"/>
            <c:spPr>
              <a:solidFill>
                <a:srgbClr val="C0DDF8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B73-4B3C-831E-238034E286F2}"/>
              </c:ext>
            </c:extLst>
          </c:dPt>
          <c:dPt>
            <c:idx val="1"/>
            <c:bubble3D val="0"/>
            <c:spPr>
              <a:solidFill>
                <a:srgbClr val="2A9D8F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B73-4B3C-831E-238034E286F2}"/>
              </c:ext>
            </c:extLst>
          </c:dPt>
          <c:dPt>
            <c:idx val="2"/>
            <c:bubble3D val="0"/>
            <c:spPr>
              <a:solidFill>
                <a:srgbClr val="FF75BA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B73-4B3C-831E-238034E286F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B73-4B3C-831E-238034E286F2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defRPr>
                  </a:pPr>
                  <a:endParaRPr lang="es-CO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9B73-4B3C-831E-238034E286F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'GRÁFICOS 2026'!$B$46:$B$49</c:f>
              <c:strCache>
                <c:ptCount val="3"/>
                <c:pt idx="0">
                  <c:v>1. Tramite Home Care</c:v>
                </c:pt>
                <c:pt idx="1">
                  <c:v>2. Remision a otra IPS</c:v>
                </c:pt>
                <c:pt idx="2">
                  <c:v>3. Demora para  autorizacion por EPS</c:v>
                </c:pt>
              </c:strCache>
            </c:strRef>
          </c:cat>
          <c:val>
            <c:numRef>
              <c:f>'GRÁFICOS 2026'!$C$46:$C$49</c:f>
              <c:numCache>
                <c:formatCode>General</c:formatCode>
                <c:ptCount val="3"/>
                <c:pt idx="0">
                  <c:v>38</c:v>
                </c:pt>
                <c:pt idx="1">
                  <c:v>52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B73-4B3C-831E-238034E286F2}"/>
            </c:ext>
          </c:extLst>
        </c:ser>
        <c:ser>
          <c:idx val="1"/>
          <c:order val="1"/>
          <c:tx>
            <c:strRef>
              <c:f>'GRÁFICOS 2026'!$D$45</c:f>
              <c:strCache>
                <c:ptCount val="1"/>
                <c:pt idx="0">
                  <c:v>Cuenta de CAUSA 1 DE ESTANCIA INACTIVA POR EPS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9B73-4B3C-831E-238034E286F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9B73-4B3C-831E-238034E286F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9B73-4B3C-831E-238034E286F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9B73-4B3C-831E-238034E286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'GRÁFICOS 2026'!$B$46:$B$49</c:f>
              <c:strCache>
                <c:ptCount val="3"/>
                <c:pt idx="0">
                  <c:v>1. Tramite Home Care</c:v>
                </c:pt>
                <c:pt idx="1">
                  <c:v>2. Remision a otra IPS</c:v>
                </c:pt>
                <c:pt idx="2">
                  <c:v>3. Demora para  autorizacion por EPS</c:v>
                </c:pt>
              </c:strCache>
            </c:strRef>
          </c:cat>
          <c:val>
            <c:numRef>
              <c:f>'GRÁFICOS 2026'!$D$46:$D$49</c:f>
              <c:numCache>
                <c:formatCode>General</c:formatCode>
                <c:ptCount val="3"/>
                <c:pt idx="0">
                  <c:v>8</c:v>
                </c:pt>
                <c:pt idx="1">
                  <c:v>6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9B73-4B3C-831E-238034E286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pPr>
      <a:endParaRPr lang="es-CO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[6_Table_Gráf_estan_inac_JUN_2026.xlsx]GRÁFICOS 2026!TablaDinámica6</c:name>
    <c:fmtId val="-1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1"/>
        <c:spPr>
          <a:solidFill>
            <a:srgbClr val="92C4F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2"/>
        <c:spPr>
          <a:solidFill>
            <a:srgbClr val="34C2B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3"/>
        <c:spPr>
          <a:solidFill>
            <a:srgbClr val="FF990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rgbClr val="92C4F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7"/>
        <c:spPr>
          <a:solidFill>
            <a:srgbClr val="34C2B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8"/>
        <c:spPr>
          <a:solidFill>
            <a:srgbClr val="FF990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9"/>
        <c:spPr>
          <a:solidFill>
            <a:srgbClr val="92C4F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rgbClr val="92C4F2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rgbClr val="92C4F2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rgbClr val="92C4F2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rgbClr val="92C4F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rgbClr val="92C4F2"/>
          </a:solidFill>
          <a:ln w="19050">
            <a:solidFill>
              <a:schemeClr val="lt1"/>
            </a:solidFill>
          </a:ln>
          <a:effectLst/>
        </c:spPr>
      </c:pivotFmt>
      <c:pivotFmt>
        <c:idx val="36"/>
        <c:spPr>
          <a:solidFill>
            <a:srgbClr val="92C4F2"/>
          </a:solidFill>
          <a:ln w="19050">
            <a:solidFill>
              <a:schemeClr val="lt1"/>
            </a:solidFill>
          </a:ln>
          <a:effectLst/>
        </c:spPr>
      </c:pivotFmt>
      <c:pivotFmt>
        <c:idx val="37"/>
        <c:spPr>
          <a:solidFill>
            <a:srgbClr val="92C4F2"/>
          </a:solidFill>
          <a:ln w="19050">
            <a:solidFill>
              <a:schemeClr val="lt1"/>
            </a:solidFill>
          </a:ln>
          <a:effectLst/>
        </c:spPr>
      </c:pivotFmt>
      <c:pivotFmt>
        <c:idx val="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rgbClr val="92C4F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rgbClr val="92C4F2"/>
          </a:solidFill>
          <a:ln w="19050">
            <a:solidFill>
              <a:schemeClr val="lt1"/>
            </a:solidFill>
          </a:ln>
          <a:effectLst/>
        </c:spPr>
      </c:pivotFmt>
      <c:pivotFmt>
        <c:idx val="41"/>
        <c:spPr>
          <a:solidFill>
            <a:srgbClr val="92C4F2"/>
          </a:solidFill>
          <a:ln w="19050">
            <a:solidFill>
              <a:schemeClr val="lt1"/>
            </a:solidFill>
          </a:ln>
          <a:effectLst/>
        </c:spPr>
      </c:pivotFmt>
      <c:pivotFmt>
        <c:idx val="42"/>
        <c:spPr>
          <a:solidFill>
            <a:srgbClr val="92C4F2"/>
          </a:solidFill>
          <a:ln w="19050">
            <a:solidFill>
              <a:schemeClr val="lt1"/>
            </a:solidFill>
          </a:ln>
          <a:effectLst/>
        </c:spPr>
      </c:pivotFmt>
      <c:pivotFmt>
        <c:idx val="4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304946105037841"/>
          <c:y val="6.4646197257890683E-2"/>
          <c:w val="0.85271023797060741"/>
          <c:h val="0.827513264637745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'GRÁFICOS 2026'!$C$45</c:f>
              <c:strCache>
                <c:ptCount val="1"/>
                <c:pt idx="0">
                  <c:v>CAUSAS DE ESTANCIA POR EPS</c:v>
                </c:pt>
              </c:strCache>
            </c:strRef>
          </c:tx>
          <c:spPr>
            <a:solidFill>
              <a:srgbClr val="A9D1F5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9D1F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68A-4BD6-955D-76AFF6B83ED3}"/>
              </c:ext>
            </c:extLst>
          </c:dPt>
          <c:dPt>
            <c:idx val="1"/>
            <c:invertIfNegative val="0"/>
            <c:bubble3D val="0"/>
            <c:spPr>
              <a:solidFill>
                <a:srgbClr val="A9D1F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68A-4BD6-955D-76AFF6B83ED3}"/>
              </c:ext>
            </c:extLst>
          </c:dPt>
          <c:dPt>
            <c:idx val="2"/>
            <c:invertIfNegative val="0"/>
            <c:bubble3D val="0"/>
            <c:spPr>
              <a:solidFill>
                <a:srgbClr val="A9D1F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68A-4BD6-955D-76AFF6B83ED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'GRÁFICOS 2026'!$B$46:$B$49</c:f>
              <c:strCache>
                <c:ptCount val="3"/>
                <c:pt idx="0">
                  <c:v>1. Tramite Home Care</c:v>
                </c:pt>
                <c:pt idx="1">
                  <c:v>2. Remision a otra IPS</c:v>
                </c:pt>
                <c:pt idx="2">
                  <c:v>3. Demora para  autorizacion por EPS</c:v>
                </c:pt>
              </c:strCache>
            </c:strRef>
          </c:cat>
          <c:val>
            <c:numRef>
              <c:f>'GRÁFICOS 2026'!$C$46:$C$49</c:f>
              <c:numCache>
                <c:formatCode>General</c:formatCode>
                <c:ptCount val="3"/>
                <c:pt idx="0">
                  <c:v>38</c:v>
                </c:pt>
                <c:pt idx="1">
                  <c:v>52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68A-4BD6-955D-76AFF6B83ED3}"/>
            </c:ext>
          </c:extLst>
        </c:ser>
        <c:ser>
          <c:idx val="1"/>
          <c:order val="1"/>
          <c:tx>
            <c:strRef>
              <c:f>'GRÁFICOS 2026'!$D$45</c:f>
              <c:strCache>
                <c:ptCount val="1"/>
                <c:pt idx="0">
                  <c:v>Cuenta de CAUSA 1 DE ESTANCIA INACTIVA POR EPS</c:v>
                </c:pt>
              </c:strCache>
            </c:strRef>
          </c:tx>
          <c:spPr>
            <a:solidFill>
              <a:srgbClr val="FF9900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'GRÁFICOS 2026'!$B$46:$B$49</c:f>
              <c:strCache>
                <c:ptCount val="3"/>
                <c:pt idx="0">
                  <c:v>1. Tramite Home Care</c:v>
                </c:pt>
                <c:pt idx="1">
                  <c:v>2. Remision a otra IPS</c:v>
                </c:pt>
                <c:pt idx="2">
                  <c:v>3. Demora para  autorizacion por EPS</c:v>
                </c:pt>
              </c:strCache>
            </c:strRef>
          </c:cat>
          <c:val>
            <c:numRef>
              <c:f>'GRÁFICOS 2026'!$D$46:$D$49</c:f>
              <c:numCache>
                <c:formatCode>General</c:formatCode>
                <c:ptCount val="3"/>
                <c:pt idx="0">
                  <c:v>8</c:v>
                </c:pt>
                <c:pt idx="1">
                  <c:v>6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68A-4BD6-955D-76AFF6B83ED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215329056"/>
        <c:axId val="1215340576"/>
      </c:barChart>
      <c:catAx>
        <c:axId val="1215329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es-CO"/>
          </a:p>
        </c:txPr>
        <c:crossAx val="1215340576"/>
        <c:crosses val="autoZero"/>
        <c:auto val="1"/>
        <c:lblAlgn val="ctr"/>
        <c:lblOffset val="100"/>
        <c:noMultiLvlLbl val="0"/>
      </c:catAx>
      <c:valAx>
        <c:axId val="1215340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es-CO"/>
          </a:p>
        </c:txPr>
        <c:crossAx val="1215329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1"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pPr>
      <a:endParaRPr lang="es-CO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[6_Table_Gráf_estan_inac_JUN_2026.xlsx]GRÁFICOS 2026!TablaDinámica7</c:name>
    <c:fmtId val="-1"/>
  </c:pivotSource>
  <c:chart>
    <c:autoTitleDeleted val="1"/>
    <c:pivotFmts>
      <c:pivotFmt>
        <c:idx val="0"/>
        <c:dLbl>
          <c:idx val="0"/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  <c:dLbl>
          <c:idx val="0"/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</c:pivotFmt>
      <c:pivotFmt>
        <c:idx val="8"/>
      </c:pivotFmt>
      <c:pivotFmt>
        <c:idx val="9"/>
      </c:pivotFmt>
      <c:pivotFmt>
        <c:idx val="10"/>
        <c:dLbl>
          <c:idx val="0"/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</c:pivotFmt>
      <c:pivotFmt>
        <c:idx val="13"/>
      </c:pivotFmt>
      <c:pivotFmt>
        <c:idx val="14"/>
      </c:pivotFmt>
      <c:pivotFmt>
        <c:idx val="1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16"/>
      </c:pivotFmt>
      <c:pivotFmt>
        <c:idx val="17"/>
      </c:pivotFmt>
      <c:pivotFmt>
        <c:idx val="18"/>
      </c:pivotFmt>
      <c:pivotFmt>
        <c:idx val="19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20"/>
      </c:pivotFmt>
      <c:pivotFmt>
        <c:idx val="21"/>
      </c:pivotFmt>
      <c:pivotFmt>
        <c:idx val="22"/>
      </c:pivotFmt>
      <c:pivotFmt>
        <c:idx val="23"/>
      </c:pivotFmt>
      <c:pivotFmt>
        <c:idx val="24"/>
      </c:pivotFmt>
      <c:pivotFmt>
        <c:idx val="25"/>
        <c:spPr>
          <a:solidFill>
            <a:srgbClr val="FFFF0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26"/>
        <c:spPr>
          <a:solidFill>
            <a:srgbClr val="00C80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27"/>
      </c:pivotFmt>
      <c:pivotFmt>
        <c:idx val="28"/>
      </c:pivotFmt>
      <c:pivotFmt>
        <c:idx val="29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30"/>
      </c:pivotFmt>
      <c:pivotFmt>
        <c:idx val="31"/>
        <c:spPr>
          <a:solidFill>
            <a:srgbClr val="2FFF2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32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3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34"/>
        <c:spPr>
          <a:solidFill>
            <a:srgbClr val="EA5869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35"/>
      </c:pivotFmt>
      <c:pivotFmt>
        <c:idx val="36"/>
      </c:pivotFmt>
      <c:pivotFmt>
        <c:idx val="37"/>
        <c:spPr>
          <a:solidFill>
            <a:srgbClr val="0192F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38"/>
        <c:spPr>
          <a:solidFill>
            <a:srgbClr val="EA5869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39"/>
      </c:pivotFmt>
      <c:pivotFmt>
        <c:idx val="40"/>
      </c:pivotFmt>
      <c:pivotFmt>
        <c:idx val="41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4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43"/>
        <c:spPr>
          <a:solidFill>
            <a:srgbClr val="FFD9F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4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45"/>
      </c:pivotFmt>
      <c:pivotFmt>
        <c:idx val="4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rgbClr val="8FFFF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4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4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6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6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6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6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6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6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6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rgbClr val="EA5869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6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69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70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71"/>
        <c:spPr>
          <a:solidFill>
            <a:srgbClr val="0192F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7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73"/>
        <c:spPr>
          <a:solidFill>
            <a:srgbClr val="2FFF2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7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7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7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7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7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8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8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8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spPr>
          <a:solidFill>
            <a:srgbClr val="EA5869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8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85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86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87"/>
        <c:spPr>
          <a:solidFill>
            <a:srgbClr val="0192F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8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89"/>
        <c:spPr>
          <a:solidFill>
            <a:srgbClr val="2FFF2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9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9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9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9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9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9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9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'GRÁFICOS 2026'!$C$67</c:f>
              <c:strCache>
                <c:ptCount val="1"/>
                <c:pt idx="0">
                  <c:v>TOTAL DIAS DE ESTANCIA  IPS</c:v>
                </c:pt>
              </c:strCache>
            </c:strRef>
          </c:tx>
          <c:dPt>
            <c:idx val="0"/>
            <c:bubble3D val="0"/>
            <c:spPr>
              <a:solidFill>
                <a:srgbClr val="EA5869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5BBC-470B-A096-ECB3DE0E68A5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5BBC-470B-A096-ECB3DE0E68A5}"/>
              </c:ext>
            </c:extLst>
          </c:dPt>
          <c:dPt>
            <c:idx val="2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5BBC-470B-A096-ECB3DE0E68A5}"/>
              </c:ext>
            </c:extLst>
          </c:dPt>
          <c:dPt>
            <c:idx val="3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5BBC-470B-A096-ECB3DE0E68A5}"/>
              </c:ext>
            </c:extLst>
          </c:dPt>
          <c:dPt>
            <c:idx val="4"/>
            <c:bubble3D val="0"/>
            <c:spPr>
              <a:solidFill>
                <a:srgbClr val="0192FF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9-5BBC-470B-A096-ECB3DE0E68A5}"/>
              </c:ext>
            </c:extLst>
          </c:dPt>
          <c:dPt>
            <c:idx val="5"/>
            <c:bubble3D val="0"/>
            <c:spPr>
              <a:solidFill>
                <a:srgbClr val="FFD9FF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B-5BBC-470B-A096-ECB3DE0E68A5}"/>
              </c:ext>
            </c:extLst>
          </c:dPt>
          <c:dPt>
            <c:idx val="6"/>
            <c:bubble3D val="0"/>
            <c:spPr>
              <a:solidFill>
                <a:srgbClr val="2FFF2F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D-5BBC-470B-A096-ECB3DE0E68A5}"/>
              </c:ext>
            </c:extLst>
          </c:dPt>
          <c:dPt>
            <c:idx val="7"/>
            <c:bubble3D val="0"/>
            <c:spPr>
              <a:gradFill rotWithShape="1">
                <a:gsLst>
                  <a:gs pos="0">
                    <a:schemeClr val="accent4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F-5BBC-470B-A096-ECB3DE0E68A5}"/>
              </c:ext>
            </c:extLst>
          </c:dPt>
          <c:dPt>
            <c:idx val="8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11-5BBC-470B-A096-ECB3DE0E68A5}"/>
              </c:ext>
            </c:extLst>
          </c:dPt>
          <c:dPt>
            <c:idx val="9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13-5BBC-470B-A096-ECB3DE0E68A5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00" b="1" i="0" u="none" strike="noStrike" kern="1200" baseline="0">
                      <a:solidFill>
                        <a:schemeClr val="bg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defRPr>
                  </a:pPr>
                  <a:endParaRPr lang="es-CO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5BBC-470B-A096-ECB3DE0E68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3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es-CO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'GRÁFICOS 2026'!$B$68:$B$75</c:f>
              <c:strCache>
                <c:ptCount val="7"/>
                <c:pt idx="0">
                  <c:v>5. Demora para  proceso de montaje por parte de autorizaciones</c:v>
                </c:pt>
                <c:pt idx="1">
                  <c:v>21. Falta de disponibilidad de especialista</c:v>
                </c:pt>
                <c:pt idx="2">
                  <c:v>9. Inoportunidad programacion de cirugia</c:v>
                </c:pt>
                <c:pt idx="3">
                  <c:v>10. Inoportunidad programacion de angiografia</c:v>
                </c:pt>
                <c:pt idx="4">
                  <c:v>14. Inoportunidad para insumos o medicamentos</c:v>
                </c:pt>
                <c:pt idx="5">
                  <c:v>12. Inoportunidad reporte de ayudas de cardiologia</c:v>
                </c:pt>
                <c:pt idx="6">
                  <c:v>1. Demora valoración especialidad médica</c:v>
                </c:pt>
              </c:strCache>
            </c:strRef>
          </c:cat>
          <c:val>
            <c:numRef>
              <c:f>'GRÁFICOS 2026'!$C$68:$C$75</c:f>
              <c:numCache>
                <c:formatCode>General</c:formatCode>
                <c:ptCount val="7"/>
                <c:pt idx="0">
                  <c:v>12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BBC-470B-A096-ECB3DE0E68A5}"/>
            </c:ext>
          </c:extLst>
        </c:ser>
        <c:ser>
          <c:idx val="1"/>
          <c:order val="1"/>
          <c:tx>
            <c:strRef>
              <c:f>'GRÁFICOS 2026'!$D$67</c:f>
              <c:strCache>
                <c:ptCount val="1"/>
                <c:pt idx="0">
                  <c:v>Cuenta de CAUSA 1 DE ESTANCIA INACTIVA POR IPS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16-5BBC-470B-A096-ECB3DE0E68A5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18-5BBC-470B-A096-ECB3DE0E68A5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1A-5BBC-470B-A096-ECB3DE0E68A5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1C-5BBC-470B-A096-ECB3DE0E68A5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1E-5BBC-470B-A096-ECB3DE0E68A5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20-5BBC-470B-A096-ECB3DE0E68A5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22-5BBC-470B-A096-ECB3DE0E68A5}"/>
              </c:ext>
            </c:extLst>
          </c:dPt>
          <c:dPt>
            <c:idx val="7"/>
            <c:bubble3D val="0"/>
            <c:spPr>
              <a:gradFill rotWithShape="1">
                <a:gsLst>
                  <a:gs pos="0">
                    <a:schemeClr val="accent4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24-5BBC-470B-A096-ECB3DE0E68A5}"/>
              </c:ext>
            </c:extLst>
          </c:dPt>
          <c:dPt>
            <c:idx val="8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26-5BBC-470B-A096-ECB3DE0E68A5}"/>
              </c:ext>
            </c:extLst>
          </c:dPt>
          <c:dPt>
            <c:idx val="9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28-5BBC-470B-A096-ECB3DE0E68A5}"/>
              </c:ext>
            </c:extLst>
          </c:dPt>
          <c:cat>
            <c:strRef>
              <c:f>'GRÁFICOS 2026'!$B$68:$B$75</c:f>
              <c:strCache>
                <c:ptCount val="7"/>
                <c:pt idx="0">
                  <c:v>5. Demora para  proceso de montaje por parte de autorizaciones</c:v>
                </c:pt>
                <c:pt idx="1">
                  <c:v>21. Falta de disponibilidad de especialista</c:v>
                </c:pt>
                <c:pt idx="2">
                  <c:v>9. Inoportunidad programacion de cirugia</c:v>
                </c:pt>
                <c:pt idx="3">
                  <c:v>10. Inoportunidad programacion de angiografia</c:v>
                </c:pt>
                <c:pt idx="4">
                  <c:v>14. Inoportunidad para insumos o medicamentos</c:v>
                </c:pt>
                <c:pt idx="5">
                  <c:v>12. Inoportunidad reporte de ayudas de cardiologia</c:v>
                </c:pt>
                <c:pt idx="6">
                  <c:v>1. Demora valoración especialidad médica</c:v>
                </c:pt>
              </c:strCache>
            </c:strRef>
          </c:cat>
          <c:val>
            <c:numRef>
              <c:f>'GRÁFICOS 2026'!$D$68:$D$75</c:f>
              <c:numCache>
                <c:formatCode>General</c:formatCode>
                <c:ptCount val="7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5BBC-470B-A096-ECB3DE0E68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753935462588033"/>
          <c:y val="4.6729907802703828E-2"/>
          <c:w val="0.21406623910520936"/>
          <c:h val="0.908585044239418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300" b="1"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pPr>
      <a:endParaRPr lang="es-CO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[6_Table_Gráf_estan_inac_JUN_2026.xlsx]GRÁFICOS 2026!TablaDinámica7</c:name>
    <c:fmtId val="-1"/>
  </c:pivotSource>
  <c:chart>
    <c:autoTitleDeleted val="1"/>
    <c:pivotFmts>
      <c:pivotFmt>
        <c:idx val="0"/>
        <c:dLbl>
          <c:idx val="0"/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  <c:dLbl>
          <c:idx val="0"/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</c:pivotFmt>
      <c:pivotFmt>
        <c:idx val="8"/>
      </c:pivotFmt>
      <c:pivotFmt>
        <c:idx val="9"/>
      </c:pivotFmt>
      <c:pivotFmt>
        <c:idx val="10"/>
        <c:dLbl>
          <c:idx val="0"/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</c:pivotFmt>
      <c:pivotFmt>
        <c:idx val="13"/>
      </c:pivotFmt>
      <c:pivotFmt>
        <c:idx val="14"/>
      </c:pivotFmt>
      <c:pivotFmt>
        <c:idx val="15"/>
      </c:pivotFmt>
      <c:pivotFmt>
        <c:idx val="16"/>
      </c:pivotFmt>
      <c:pivotFmt>
        <c:idx val="17"/>
      </c:pivotFmt>
      <c:pivotFmt>
        <c:idx val="18"/>
      </c:pivotFmt>
      <c:pivotFmt>
        <c:idx val="1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20"/>
      </c:pivotFmt>
      <c:pivotFmt>
        <c:idx val="21"/>
      </c:pivotFmt>
      <c:pivotFmt>
        <c:idx val="22"/>
      </c:pivotFmt>
      <c:pivotFmt>
        <c:idx val="23"/>
      </c:pivotFmt>
      <c:pivotFmt>
        <c:idx val="24"/>
      </c:pivotFmt>
      <c:pivotFmt>
        <c:idx val="2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2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27"/>
      </c:pivotFmt>
      <c:pivotFmt>
        <c:idx val="28"/>
      </c:pivotFmt>
      <c:pivotFmt>
        <c:idx val="2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30"/>
      </c:pivotFmt>
      <c:pivotFmt>
        <c:idx val="3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3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33"/>
      </c:pivotFmt>
      <c:pivotFmt>
        <c:idx val="34"/>
      </c:pivotFmt>
      <c:pivotFmt>
        <c:idx val="35"/>
      </c:pivotFmt>
      <c:pivotFmt>
        <c:idx val="36"/>
      </c:pivotFmt>
      <c:pivotFmt>
        <c:idx val="37"/>
      </c:pivotFmt>
      <c:pivotFmt>
        <c:idx val="38"/>
      </c:pivotFmt>
      <c:pivotFmt>
        <c:idx val="39"/>
      </c:pivotFmt>
      <c:pivotFmt>
        <c:idx val="40"/>
      </c:pivotFmt>
      <c:pivotFmt>
        <c:idx val="41"/>
      </c:pivotFmt>
      <c:pivotFmt>
        <c:idx val="42"/>
      </c:pivotFmt>
      <c:pivotFmt>
        <c:idx val="4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44"/>
      </c:pivotFmt>
      <c:pivotFmt>
        <c:idx val="45"/>
      </c:pivotFmt>
      <c:pivotFmt>
        <c:idx val="4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4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4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54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56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57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58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59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0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1"/>
      </c:pivotFmt>
      <c:pivotFmt>
        <c:idx val="6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4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5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7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8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72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73"/>
        <c:spPr>
          <a:solidFill>
            <a:srgbClr val="2A9D8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7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'GRÁFICOS 2026'!$C$67</c:f>
              <c:strCache>
                <c:ptCount val="1"/>
                <c:pt idx="0">
                  <c:v>TOTAL DIAS DE ESTANCIA  IPS</c:v>
                </c:pt>
              </c:strCache>
            </c:strRef>
          </c:tx>
          <c:spPr>
            <a:solidFill>
              <a:srgbClr val="2A9D8F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4BF-4F92-AC1F-F4275281E66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4BF-4F92-AC1F-F4275281E666}"/>
              </c:ext>
            </c:extLst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4BF-4F92-AC1F-F4275281E66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54BF-4F92-AC1F-F4275281E666}"/>
              </c:ext>
            </c:extLst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54BF-4F92-AC1F-F4275281E666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4BF-4F92-AC1F-F4275281E666}"/>
              </c:ext>
            </c:extLst>
          </c:dPt>
          <c:dPt>
            <c:idx val="6"/>
            <c:invertIfNegative val="0"/>
            <c:bubble3D val="0"/>
            <c:spPr>
              <a:solidFill>
                <a:srgbClr val="2A9D8F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54BF-4F92-AC1F-F4275281E666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54BF-4F92-AC1F-F4275281E666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4BF-4F92-AC1F-F4275281E66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'GRÁFICOS 2026'!$B$68:$B$75</c:f>
              <c:strCache>
                <c:ptCount val="7"/>
                <c:pt idx="0">
                  <c:v>5. Demora para  proceso de montaje por parte de autorizaciones</c:v>
                </c:pt>
                <c:pt idx="1">
                  <c:v>21. Falta de disponibilidad de especialista</c:v>
                </c:pt>
                <c:pt idx="2">
                  <c:v>9. Inoportunidad programacion de cirugia</c:v>
                </c:pt>
                <c:pt idx="3">
                  <c:v>10. Inoportunidad programacion de angiografia</c:v>
                </c:pt>
                <c:pt idx="4">
                  <c:v>14. Inoportunidad para insumos o medicamentos</c:v>
                </c:pt>
                <c:pt idx="5">
                  <c:v>12. Inoportunidad reporte de ayudas de cardiologia</c:v>
                </c:pt>
                <c:pt idx="6">
                  <c:v>1. Demora valoración especialidad médica</c:v>
                </c:pt>
              </c:strCache>
            </c:strRef>
          </c:cat>
          <c:val>
            <c:numRef>
              <c:f>'GRÁFICOS 2026'!$C$68:$C$75</c:f>
              <c:numCache>
                <c:formatCode>General</c:formatCode>
                <c:ptCount val="7"/>
                <c:pt idx="0">
                  <c:v>12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4BF-4F92-AC1F-F4275281E666}"/>
            </c:ext>
          </c:extLst>
        </c:ser>
        <c:ser>
          <c:idx val="1"/>
          <c:order val="1"/>
          <c:tx>
            <c:strRef>
              <c:f>'GRÁFICOS 2026'!$D$67</c:f>
              <c:strCache>
                <c:ptCount val="1"/>
                <c:pt idx="0">
                  <c:v>Cuenta de CAUSA 1 DE ESTANCIA INACTIVA POR IPS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'GRÁFICOS 2026'!$B$68:$B$75</c:f>
              <c:strCache>
                <c:ptCount val="7"/>
                <c:pt idx="0">
                  <c:v>5. Demora para  proceso de montaje por parte de autorizaciones</c:v>
                </c:pt>
                <c:pt idx="1">
                  <c:v>21. Falta de disponibilidad de especialista</c:v>
                </c:pt>
                <c:pt idx="2">
                  <c:v>9. Inoportunidad programacion de cirugia</c:v>
                </c:pt>
                <c:pt idx="3">
                  <c:v>10. Inoportunidad programacion de angiografia</c:v>
                </c:pt>
                <c:pt idx="4">
                  <c:v>14. Inoportunidad para insumos o medicamentos</c:v>
                </c:pt>
                <c:pt idx="5">
                  <c:v>12. Inoportunidad reporte de ayudas de cardiologia</c:v>
                </c:pt>
                <c:pt idx="6">
                  <c:v>1. Demora valoración especialidad médica</c:v>
                </c:pt>
              </c:strCache>
            </c:strRef>
          </c:cat>
          <c:val>
            <c:numRef>
              <c:f>'GRÁFICOS 2026'!$D$68:$D$75</c:f>
              <c:numCache>
                <c:formatCode>General</c:formatCode>
                <c:ptCount val="7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4BF-4F92-AC1F-F4275281E66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537466575"/>
        <c:axId val="1537468655"/>
      </c:barChart>
      <c:valAx>
        <c:axId val="1537468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es-CO"/>
          </a:p>
        </c:txPr>
        <c:crossAx val="1537466575"/>
        <c:crosses val="autoZero"/>
        <c:crossBetween val="between"/>
      </c:valAx>
      <c:catAx>
        <c:axId val="153746657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es-CO"/>
          </a:p>
        </c:txPr>
        <c:crossAx val="1537468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1"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pPr>
      <a:endParaRPr lang="es-CO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[6_Table_Gráf_estan_inac_JUN_2026.xlsx]GRÁFICOS 2026!TablaDinámica21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34C2B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34C2B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34C2B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'GRÁFICOS 2026'!$C$199:$C$200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4C2B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'GRÁFICOS 2026'!$B$201:$B$207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'GRÁFICOS 2026'!$C$201:$C$207</c:f>
              <c:numCache>
                <c:formatCode>General</c:formatCode>
                <c:ptCount val="6"/>
                <c:pt idx="0">
                  <c:v>23</c:v>
                </c:pt>
                <c:pt idx="1">
                  <c:v>20</c:v>
                </c:pt>
                <c:pt idx="2">
                  <c:v>21</c:v>
                </c:pt>
                <c:pt idx="3">
                  <c:v>61</c:v>
                </c:pt>
                <c:pt idx="4">
                  <c:v>42</c:v>
                </c:pt>
                <c:pt idx="5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7A-4687-B0CD-163B1844FCF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10925328"/>
        <c:axId val="310945008"/>
      </c:barChart>
      <c:catAx>
        <c:axId val="3109253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es-CO"/>
          </a:p>
        </c:txPr>
        <c:crossAx val="310945008"/>
        <c:crosses val="autoZero"/>
        <c:auto val="1"/>
        <c:lblAlgn val="ctr"/>
        <c:lblOffset val="100"/>
        <c:noMultiLvlLbl val="0"/>
      </c:catAx>
      <c:valAx>
        <c:axId val="310945008"/>
        <c:scaling>
          <c:orientation val="minMax"/>
          <c:min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es-CO"/>
          </a:p>
        </c:txPr>
        <c:crossAx val="310925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pPr>
      <a:endParaRPr lang="es-CO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[6_Table_Gráf_estan_inac_JUN_2026.xlsx]GRÁFICOS 2026!TablaDinámica1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>
            <a:solidFill>
              <a:schemeClr val="accent2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solidFill>
              <a:schemeClr val="lt1"/>
            </a:solidFill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>
              <a:lumMod val="40000"/>
              <a:lumOff val="60000"/>
            </a:schemeClr>
          </a:solidFill>
          <a:ln>
            <a:solidFill>
              <a:srgbClr val="0070C0"/>
            </a:solidFill>
          </a:ln>
          <a:effectLst/>
        </c:spPr>
        <c:marker>
          <c:symbol val="none"/>
        </c:marker>
        <c:dLbl>
          <c:idx val="0"/>
          <c:spPr>
            <a:solidFill>
              <a:schemeClr val="lt1"/>
            </a:soli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92D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6">
                <a:lumMod val="20000"/>
                <a:lumOff val="80000"/>
              </a:schemeClr>
            </a:solidFill>
            <a:ln w="6350" cap="flat" cmpd="sng" algn="ctr">
              <a:solidFill>
                <a:schemeClr val="accent6"/>
              </a:solidFill>
              <a:prstDash val="solid"/>
              <a:miter lim="800000"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92D050"/>
          </a:solidFill>
          <a:ln>
            <a:noFill/>
          </a:ln>
          <a:effectLst/>
        </c:spPr>
        <c:dLbl>
          <c:idx val="0"/>
          <c:layout>
            <c:manualLayout>
              <c:x val="1.144938849856875E-2"/>
              <c:y val="4.2347265583710372E-3"/>
            </c:manualLayout>
          </c:layout>
          <c:spPr>
            <a:solidFill>
              <a:schemeClr val="accent6">
                <a:lumMod val="20000"/>
                <a:lumOff val="80000"/>
              </a:schemeClr>
            </a:solidFill>
            <a:ln w="6350" cap="flat" cmpd="sng" algn="ctr">
              <a:solidFill>
                <a:schemeClr val="accent6"/>
              </a:solidFill>
              <a:prstDash val="solid"/>
              <a:miter lim="800000"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>
              <a:lumMod val="40000"/>
              <a:lumOff val="60000"/>
            </a:schemeClr>
          </a:solidFill>
          <a:ln>
            <a:solidFill>
              <a:srgbClr val="0070C0"/>
            </a:solidFill>
          </a:ln>
          <a:effectLst/>
        </c:spPr>
        <c:marker>
          <c:symbol val="none"/>
        </c:marker>
        <c:dLbl>
          <c:idx val="0"/>
          <c:spPr>
            <a:solidFill>
              <a:schemeClr val="lt1"/>
            </a:soli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92D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6">
                <a:lumMod val="20000"/>
                <a:lumOff val="80000"/>
              </a:schemeClr>
            </a:solidFill>
            <a:ln w="6350" cap="flat" cmpd="sng" algn="ctr">
              <a:solidFill>
                <a:schemeClr val="accent6"/>
              </a:solidFill>
              <a:prstDash val="solid"/>
              <a:miter lim="800000"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92D050"/>
          </a:solidFill>
          <a:ln>
            <a:noFill/>
          </a:ln>
          <a:effectLst/>
        </c:spPr>
        <c:dLbl>
          <c:idx val="0"/>
          <c:layout>
            <c:manualLayout>
              <c:x val="1.144938849856875E-2"/>
              <c:y val="4.2347265583710372E-3"/>
            </c:manualLayout>
          </c:layout>
          <c:spPr>
            <a:solidFill>
              <a:schemeClr val="accent6">
                <a:lumMod val="20000"/>
                <a:lumOff val="80000"/>
              </a:schemeClr>
            </a:solidFill>
            <a:ln w="6350" cap="flat" cmpd="sng" algn="ctr">
              <a:solidFill>
                <a:schemeClr val="accent6"/>
              </a:solidFill>
              <a:prstDash val="solid"/>
              <a:miter lim="800000"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5">
              <a:lumMod val="40000"/>
              <a:lumOff val="60000"/>
            </a:schemeClr>
          </a:solidFill>
          <a:ln>
            <a:solidFill>
              <a:srgbClr val="0070C0"/>
            </a:solidFill>
          </a:ln>
          <a:effectLst/>
        </c:spPr>
        <c:marker>
          <c:symbol val="none"/>
        </c:marker>
        <c:dLbl>
          <c:idx val="0"/>
          <c:spPr>
            <a:solidFill>
              <a:schemeClr val="lt1"/>
            </a:soli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92D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6">
                <a:lumMod val="20000"/>
                <a:lumOff val="80000"/>
              </a:schemeClr>
            </a:solidFill>
            <a:ln w="6350" cap="flat" cmpd="sng" algn="ctr">
              <a:solidFill>
                <a:schemeClr val="accent6"/>
              </a:solidFill>
              <a:prstDash val="solid"/>
              <a:miter lim="800000"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92D050"/>
          </a:solidFill>
          <a:ln>
            <a:noFill/>
          </a:ln>
          <a:effectLst/>
        </c:spPr>
        <c:dLbl>
          <c:idx val="0"/>
          <c:layout>
            <c:manualLayout>
              <c:x val="1.144938849856875E-2"/>
              <c:y val="4.2347265583710372E-3"/>
            </c:manualLayout>
          </c:layout>
          <c:spPr>
            <a:solidFill>
              <a:schemeClr val="accent6">
                <a:lumMod val="20000"/>
                <a:lumOff val="80000"/>
              </a:schemeClr>
            </a:solidFill>
            <a:ln w="6350" cap="flat" cmpd="sng" algn="ctr">
              <a:solidFill>
                <a:schemeClr val="accent6"/>
              </a:solidFill>
              <a:prstDash val="solid"/>
              <a:miter lim="800000"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es-CO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'GRÁFICOS 2026'!$D$264:$D$265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  <a:effectLst/>
          </c:spPr>
          <c:invertIfNegative val="0"/>
          <c:dLbls>
            <c:spPr>
              <a:solidFill>
                <a:schemeClr val="lt1"/>
              </a:solidFill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'GRÁFICOS 2026'!$B$266:$B$278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'GRÁFICOS 2026'!$D$266:$D$278</c:f>
              <c:numCache>
                <c:formatCode>General</c:formatCode>
                <c:ptCount val="12"/>
                <c:pt idx="0">
                  <c:v>56</c:v>
                </c:pt>
                <c:pt idx="1">
                  <c:v>215</c:v>
                </c:pt>
                <c:pt idx="2">
                  <c:v>261</c:v>
                </c:pt>
                <c:pt idx="3">
                  <c:v>157</c:v>
                </c:pt>
                <c:pt idx="4">
                  <c:v>253</c:v>
                </c:pt>
                <c:pt idx="5">
                  <c:v>139</c:v>
                </c:pt>
                <c:pt idx="6">
                  <c:v>211</c:v>
                </c:pt>
                <c:pt idx="7">
                  <c:v>168</c:v>
                </c:pt>
                <c:pt idx="8">
                  <c:v>274</c:v>
                </c:pt>
                <c:pt idx="9">
                  <c:v>166</c:v>
                </c:pt>
                <c:pt idx="10">
                  <c:v>78</c:v>
                </c:pt>
                <c:pt idx="11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25-4FB4-BEB7-2F39AC7F145B}"/>
            </c:ext>
          </c:extLst>
        </c:ser>
        <c:ser>
          <c:idx val="0"/>
          <c:order val="0"/>
          <c:tx>
            <c:strRef>
              <c:f>'GRÁFICOS 2026'!$C$264:$C$265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C25-4FB4-BEB7-2F39AC7F145B}"/>
              </c:ext>
            </c:extLst>
          </c:dPt>
          <c:dLbls>
            <c:dLbl>
              <c:idx val="5"/>
              <c:layout>
                <c:manualLayout>
                  <c:x val="1.9189315290063767E-2"/>
                  <c:y val="-3.985678554021358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C25-4FB4-BEB7-2F39AC7F145B}"/>
                </c:ext>
              </c:extLst>
            </c:dLbl>
            <c:spPr>
              <a:solidFill>
                <a:schemeClr val="accent6">
                  <a:lumMod val="20000"/>
                  <a:lumOff val="80000"/>
                </a:schemeClr>
              </a:solidFill>
              <a:ln w="635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'GRÁFICOS 2026'!$B$266:$B$278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'GRÁFICOS 2026'!$C$266:$C$278</c:f>
              <c:numCache>
                <c:formatCode>General</c:formatCode>
                <c:ptCount val="12"/>
                <c:pt idx="0">
                  <c:v>134</c:v>
                </c:pt>
                <c:pt idx="1">
                  <c:v>102</c:v>
                </c:pt>
                <c:pt idx="2">
                  <c:v>152</c:v>
                </c:pt>
                <c:pt idx="3">
                  <c:v>202</c:v>
                </c:pt>
                <c:pt idx="4">
                  <c:v>131</c:v>
                </c:pt>
                <c:pt idx="5">
                  <c:v>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25-4FB4-BEB7-2F39AC7F14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719373584"/>
        <c:axId val="719378864"/>
      </c:barChart>
      <c:catAx>
        <c:axId val="719373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es-CO"/>
          </a:p>
        </c:txPr>
        <c:crossAx val="719378864"/>
        <c:crosses val="autoZero"/>
        <c:auto val="1"/>
        <c:lblAlgn val="ctr"/>
        <c:lblOffset val="100"/>
        <c:noMultiLvlLbl val="0"/>
      </c:catAx>
      <c:valAx>
        <c:axId val="719378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es-CO"/>
          </a:p>
        </c:txPr>
        <c:crossAx val="719373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300" b="1"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pPr>
      <a:endParaRPr lang="es-CO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r>
              <a:rPr lang="en-US"/>
              <a:t>Promedios años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'[6_Table_Gráf_estan_inac_JUN_2026.xlsx]GRÁFICOS 2026'!$C$299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FF9900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lt1"/>
              </a:solidFill>
              <a:ln w="1905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'[6_Table_Gráf_estan_inac_JUN_2026.xlsx]GRÁFICOS 2026'!$B$300:$B$301</c:f>
              <c:strCache>
                <c:ptCount val="2"/>
                <c:pt idx="0">
                  <c:v>PROMEDIO AÑO</c:v>
                </c:pt>
                <c:pt idx="1">
                  <c:v>TOTAL DEL AÑO</c:v>
                </c:pt>
              </c:strCache>
            </c:strRef>
          </c:cat>
          <c:val>
            <c:numRef>
              <c:f>'[6_Table_Gráf_estan_inac_JUN_2026.xlsx]GRÁFICOS 2026'!$C$300:$C$301</c:f>
              <c:numCache>
                <c:formatCode>General</c:formatCode>
                <c:ptCount val="2"/>
                <c:pt idx="0" formatCode="0">
                  <c:v>158.19999999999999</c:v>
                </c:pt>
                <c:pt idx="1">
                  <c:v>1582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88-48B1-AA39-D5452A9D864D}"/>
            </c:ext>
          </c:extLst>
        </c:ser>
        <c:ser>
          <c:idx val="1"/>
          <c:order val="1"/>
          <c:tx>
            <c:strRef>
              <c:f>'[6_Table_Gráf_estan_inac_JUN_2026.xlsx]GRÁFICOS 2026'!$D$299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2C4F2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lt1"/>
              </a:solidFill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'[6_Table_Gráf_estan_inac_JUN_2026.xlsx]GRÁFICOS 2026'!$B$300:$B$301</c:f>
              <c:strCache>
                <c:ptCount val="2"/>
                <c:pt idx="0">
                  <c:v>PROMEDIO AÑO</c:v>
                </c:pt>
                <c:pt idx="1">
                  <c:v>TOTAL DEL AÑO</c:v>
                </c:pt>
              </c:strCache>
            </c:strRef>
          </c:cat>
          <c:val>
            <c:numRef>
              <c:f>'[6_Table_Gráf_estan_inac_JUN_2026.xlsx]GRÁFICOS 2026'!$D$300:$D$301</c:f>
              <c:numCache>
                <c:formatCode>General</c:formatCode>
                <c:ptCount val="2"/>
                <c:pt idx="0" formatCode="0">
                  <c:v>172.16666666666666</c:v>
                </c:pt>
                <c:pt idx="1">
                  <c:v>2066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88-48B1-AA39-D5452A9D864D}"/>
            </c:ext>
          </c:extLst>
        </c:ser>
        <c:ser>
          <c:idx val="2"/>
          <c:order val="2"/>
          <c:tx>
            <c:strRef>
              <c:f>'[6_Table_Gráf_estan_inac_JUN_2026.xlsx]GRÁFICOS 2026'!$E$299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4C2B1"/>
            </a:solidFill>
            <a:ln>
              <a:noFill/>
            </a:ln>
            <a:effectLst/>
          </c:spPr>
          <c:invertIfNegative val="0"/>
          <c:dLbls>
            <c:spPr>
              <a:noFill/>
              <a:ln w="19050">
                <a:solidFill>
                  <a:srgbClr val="34C2B1"/>
                </a:solidFill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'[6_Table_Gráf_estan_inac_JUN_2026.xlsx]GRÁFICOS 2026'!$B$300:$B$301</c:f>
              <c:strCache>
                <c:ptCount val="2"/>
                <c:pt idx="0">
                  <c:v>PROMEDIO AÑO</c:v>
                </c:pt>
                <c:pt idx="1">
                  <c:v>TOTAL DEL AÑO</c:v>
                </c:pt>
              </c:strCache>
            </c:strRef>
          </c:cat>
          <c:val>
            <c:numRef>
              <c:f>'[6_Table_Gráf_estan_inac_JUN_2026.xlsx]GRÁFICOS 2026'!$E$300:$E$301</c:f>
              <c:numCache>
                <c:formatCode>General</c:formatCode>
                <c:ptCount val="2"/>
                <c:pt idx="0" formatCode="0">
                  <c:v>144.33333333333334</c:v>
                </c:pt>
                <c:pt idx="1">
                  <c:v>866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888-48B1-AA39-D5452A9D864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82528543"/>
        <c:axId val="282519903"/>
      </c:barChart>
      <c:catAx>
        <c:axId val="282528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es-CO"/>
          </a:p>
        </c:txPr>
        <c:crossAx val="282519903"/>
        <c:crosses val="autoZero"/>
        <c:auto val="1"/>
        <c:lblAlgn val="ctr"/>
        <c:lblOffset val="100"/>
        <c:noMultiLvlLbl val="0"/>
      </c:catAx>
      <c:valAx>
        <c:axId val="282519903"/>
        <c:scaling>
          <c:orientation val="minMax"/>
          <c:max val="2200"/>
          <c:min val="-2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es-CO"/>
          </a:p>
        </c:txPr>
        <c:crossAx val="282528543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 b="1"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624096-5615-40AC-A769-D45412B6EEE2}" type="datetimeFigureOut">
              <a:rPr lang="es-CO" smtClean="0"/>
              <a:t>6/07/2026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D964A-7041-4504-8576-CDB2B1B6DFC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3843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D964A-7041-4504-8576-CDB2B1B6DFC1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464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9AC83-A25A-1BCE-DB82-CC13FDD13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C6794D-48E6-42DB-3E8A-4A6C58A1E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9DCFF2-B029-1617-A91D-261F55EFE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92CECA-5FEF-0633-39E1-B569E03EE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D964A-7041-4504-8576-CDB2B1B6DFC1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191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F3CC5-EFFB-ECDC-B239-9E3FF10D2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924BD1D-CCB3-72FE-5DD0-98BAD45CB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5444BEF-FF68-8C9B-D05F-B1CB63F11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E69C7E-03EB-0375-3222-6499B8688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D964A-7041-4504-8576-CDB2B1B6DFC1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5848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ADD89-2DF6-A213-1988-FC0A0D9B0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E87A588-A247-0118-531D-FE0B4B1A7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4F1EAEB-8C74-B84E-CBC0-C6088ED7A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A6EBA6-A53B-5797-161A-A38F43488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D964A-7041-4504-8576-CDB2B1B6DFC1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844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BE6AD-4150-797D-FCF8-0FAC517FD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2644E68-A03C-D22D-687B-0FCC01B25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43DC33-6CE3-7497-7F81-966E9ADDE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134B94-5B79-C8D4-AABF-9B929D7AC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D964A-7041-4504-8576-CDB2B1B6DFC1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4469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19B4C-D46E-8406-C2C9-C1E7097C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E11291B-348A-CEFF-1997-E4C620520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4E2D1BD-3738-0841-D2E9-7D45B08F3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58CDFF-F7FB-62FD-864C-3EAD8E26D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D964A-7041-4504-8576-CDB2B1B6DFC1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1752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0609F-9169-3763-D969-98A251533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03D1C70-E79C-EAEB-C308-D2053BB04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ED10296-BB04-A3B4-946B-CA9C089CB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3F7E59-9DB1-F3D0-B4F2-D10560643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D964A-7041-4504-8576-CDB2B1B6DFC1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6149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745C0-82CE-99F9-BD0D-0BA6EE921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473668B-25F8-6A8C-F60B-9F2AF2579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7687CC9-4AF6-B33D-D1C7-FAEC2107C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4473A7-43B5-4D1C-0748-8626A38C7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D964A-7041-4504-8576-CDB2B1B6DFC1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7985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En los meses de marzo, abril y mayo del 2024 no hay datos de auditoría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D964A-7041-4504-8576-CDB2B1B6DFC1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0686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A6C69-E399-D608-F0A8-D7A94F067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13C2BD4-8E4F-FDA1-4C1B-552EC4B59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7204DA4-5CB7-EABB-3F0C-C01FB2753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En los meses de marzo, abril y mayo del 2024 no hay datos de auditoría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DDF99D-4B49-5B57-1FC7-F1D406805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D964A-7041-4504-8576-CDB2B1B6DFC1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998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06/07/2026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4693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06/07/2026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15530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06/07/2026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13258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06/07/2026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73363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06/07/2026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09959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06/07/2026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7748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06/07/2026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73226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06/07/2026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1518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06/07/2026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074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06/07/2026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700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06/07/2026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17142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17628-9C0A-8C4B-9145-DAC6423594B5}" type="datetimeFigureOut">
              <a:rPr lang="es-ES_tradnl" smtClean="0"/>
              <a:t>06/07/2026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ACBEA-E52F-6940-96FA-CA418CB479F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0428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60220"/>
            <a:ext cx="9144000" cy="2353361"/>
          </a:xfrm>
        </p:spPr>
        <p:txBody>
          <a:bodyPr>
            <a:normAutofit fontScale="90000"/>
          </a:bodyPr>
          <a:lstStyle/>
          <a:p>
            <a:r>
              <a:rPr lang="es-ES_tradnl" b="1" dirty="0">
                <a:solidFill>
                  <a:srgbClr val="048E4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ESTANCIAS INACTIVAS</a:t>
            </a:r>
            <a:br>
              <a:rPr lang="es-ES_tradnl" b="1" dirty="0">
                <a:solidFill>
                  <a:srgbClr val="048E4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s-ES_tradnl" b="1" dirty="0">
                <a:solidFill>
                  <a:srgbClr val="048E4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JUNIO 2026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22AC39F-0B06-8085-79C9-A115EA4C69F0}"/>
              </a:ext>
            </a:extLst>
          </p:cNvPr>
          <p:cNvSpPr/>
          <p:nvPr/>
        </p:nvSpPr>
        <p:spPr>
          <a:xfrm>
            <a:off x="1524000" y="1326253"/>
            <a:ext cx="1598341" cy="89952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81692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31E6C-9950-4260-B322-62B4C175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E51B16-5E35-61AD-85B8-28C6D9DD3FB0}"/>
              </a:ext>
            </a:extLst>
          </p:cNvPr>
          <p:cNvSpPr txBox="1"/>
          <p:nvPr/>
        </p:nvSpPr>
        <p:spPr>
          <a:xfrm>
            <a:off x="984738" y="56509"/>
            <a:ext cx="1015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rgbClr val="0092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Estancias  inactivas en días  EPS e IPS – Junio 2026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337F178-4DB7-2197-2006-76960DA9A533}"/>
              </a:ext>
            </a:extLst>
          </p:cNvPr>
          <p:cNvSpPr/>
          <p:nvPr/>
        </p:nvSpPr>
        <p:spPr>
          <a:xfrm flipV="1">
            <a:off x="215591" y="500776"/>
            <a:ext cx="11649307" cy="45719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3084B4-E908-7017-A72C-5964FDB0B186}"/>
              </a:ext>
            </a:extLst>
          </p:cNvPr>
          <p:cNvSpPr txBox="1"/>
          <p:nvPr/>
        </p:nvSpPr>
        <p:spPr>
          <a:xfrm>
            <a:off x="813499" y="5757376"/>
            <a:ext cx="2807911" cy="1015663"/>
          </a:xfrm>
          <a:prstGeom prst="rect">
            <a:avLst/>
          </a:prstGeom>
          <a:noFill/>
          <a:ln w="19050">
            <a:solidFill>
              <a:srgbClr val="048E49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EPS:		  121</a:t>
            </a:r>
          </a:p>
          <a:p>
            <a:r>
              <a:rPr lang="es-CO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IPS:		   24</a:t>
            </a:r>
          </a:p>
          <a:p>
            <a:r>
              <a:rPr lang="es-CO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PACIENTE:		    0</a:t>
            </a:r>
          </a:p>
          <a:p>
            <a:r>
              <a:rPr lang="es-CO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de días:	145</a:t>
            </a:r>
            <a:endParaRPr lang="es-CO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00000000-0008-0000-08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2752594"/>
              </p:ext>
            </p:extLst>
          </p:nvPr>
        </p:nvGraphicFramePr>
        <p:xfrm>
          <a:off x="215590" y="771525"/>
          <a:ext cx="11514447" cy="4985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92092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38E7-597E-E973-26B1-095AEBA5B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4987530-A4C6-422E-4AF8-F8D249F37D23}"/>
              </a:ext>
            </a:extLst>
          </p:cNvPr>
          <p:cNvSpPr txBox="1"/>
          <p:nvPr/>
        </p:nvSpPr>
        <p:spPr>
          <a:xfrm>
            <a:off x="984738" y="56509"/>
            <a:ext cx="1015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rgbClr val="0092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Estancias  inactivas en días  - Aseguradoras – Junio 2026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E80F8F8-E877-F3BC-CDA2-FF46B13CD8E6}"/>
              </a:ext>
            </a:extLst>
          </p:cNvPr>
          <p:cNvSpPr/>
          <p:nvPr/>
        </p:nvSpPr>
        <p:spPr>
          <a:xfrm flipV="1">
            <a:off x="215591" y="500776"/>
            <a:ext cx="11649307" cy="45719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4F42CF-8250-89AF-095A-9EACF55B7A0D}"/>
              </a:ext>
            </a:extLst>
          </p:cNvPr>
          <p:cNvSpPr txBox="1"/>
          <p:nvPr/>
        </p:nvSpPr>
        <p:spPr>
          <a:xfrm>
            <a:off x="1176616" y="6293606"/>
            <a:ext cx="3376246" cy="369332"/>
          </a:xfrm>
          <a:prstGeom prst="rect">
            <a:avLst/>
          </a:prstGeom>
          <a:noFill/>
          <a:ln w="19050">
            <a:solidFill>
              <a:srgbClr val="048E49"/>
            </a:solidFill>
          </a:ln>
        </p:spPr>
        <p:txBody>
          <a:bodyPr wrap="square" rtlCol="0">
            <a:spAutoFit/>
          </a:bodyPr>
          <a:lstStyle/>
          <a:p>
            <a:r>
              <a:rPr lang="es-C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de días por EPS: 121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00000000-0008-0000-08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4120659"/>
              </p:ext>
            </p:extLst>
          </p:nvPr>
        </p:nvGraphicFramePr>
        <p:xfrm>
          <a:off x="215592" y="957263"/>
          <a:ext cx="11649306" cy="4900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64943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29C0E-FF9B-58C1-7D42-9449650BE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C9B27BC-D8E1-4898-864A-C057D631C1BE}"/>
              </a:ext>
            </a:extLst>
          </p:cNvPr>
          <p:cNvSpPr txBox="1"/>
          <p:nvPr/>
        </p:nvSpPr>
        <p:spPr>
          <a:xfrm>
            <a:off x="984738" y="56509"/>
            <a:ext cx="1015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rgbClr val="0092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Estancias  inactivas EPS  - Causas  – Junio 2026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821C516-7085-6AEA-559E-3C645701BBF3}"/>
              </a:ext>
            </a:extLst>
          </p:cNvPr>
          <p:cNvSpPr/>
          <p:nvPr/>
        </p:nvSpPr>
        <p:spPr>
          <a:xfrm flipV="1">
            <a:off x="215591" y="500776"/>
            <a:ext cx="11649307" cy="45719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F252265-ED0C-6BE7-5977-B0D615421298}"/>
              </a:ext>
            </a:extLst>
          </p:cNvPr>
          <p:cNvSpPr txBox="1"/>
          <p:nvPr/>
        </p:nvSpPr>
        <p:spPr>
          <a:xfrm>
            <a:off x="1176616" y="6293606"/>
            <a:ext cx="3376246" cy="369332"/>
          </a:xfrm>
          <a:prstGeom prst="rect">
            <a:avLst/>
          </a:prstGeom>
          <a:noFill/>
          <a:ln w="19050">
            <a:solidFill>
              <a:srgbClr val="048E49"/>
            </a:solidFill>
          </a:ln>
        </p:spPr>
        <p:txBody>
          <a:bodyPr wrap="square" rtlCol="0">
            <a:spAutoFit/>
          </a:bodyPr>
          <a:lstStyle/>
          <a:p>
            <a:r>
              <a:rPr lang="es-C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de días por EPS: 121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00000000-0008-0000-08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4774578"/>
              </p:ext>
            </p:extLst>
          </p:nvPr>
        </p:nvGraphicFramePr>
        <p:xfrm>
          <a:off x="215592" y="802957"/>
          <a:ext cx="11649306" cy="5324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31324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380B5-71DA-E557-777C-9EF3075B8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FE307EA-7007-687A-8D9B-2B579D001CE0}"/>
              </a:ext>
            </a:extLst>
          </p:cNvPr>
          <p:cNvSpPr txBox="1"/>
          <p:nvPr/>
        </p:nvSpPr>
        <p:spPr>
          <a:xfrm>
            <a:off x="984738" y="56509"/>
            <a:ext cx="1015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rgbClr val="0092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Estancias  inactivas EPS  - Causas  – Junio 2026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CCC7613-CF35-A5F7-80D4-C889EFACCC5C}"/>
              </a:ext>
            </a:extLst>
          </p:cNvPr>
          <p:cNvSpPr/>
          <p:nvPr/>
        </p:nvSpPr>
        <p:spPr>
          <a:xfrm flipV="1">
            <a:off x="215591" y="500776"/>
            <a:ext cx="11649307" cy="45719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2DDF0E-B7E5-60FF-5ACA-CE95CDA2F3D1}"/>
              </a:ext>
            </a:extLst>
          </p:cNvPr>
          <p:cNvSpPr txBox="1"/>
          <p:nvPr/>
        </p:nvSpPr>
        <p:spPr>
          <a:xfrm>
            <a:off x="560070" y="6293606"/>
            <a:ext cx="9658350" cy="369332"/>
          </a:xfrm>
          <a:prstGeom prst="rect">
            <a:avLst/>
          </a:prstGeom>
          <a:noFill/>
          <a:ln w="19050">
            <a:solidFill>
              <a:srgbClr val="048E49"/>
            </a:solidFill>
          </a:ln>
        </p:spPr>
        <p:txBody>
          <a:bodyPr wrap="square" rtlCol="0">
            <a:spAutoFit/>
          </a:bodyPr>
          <a:lstStyle/>
          <a:p>
            <a:r>
              <a:rPr lang="es-C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Total de días por EPS: 121   –      No. </a:t>
            </a:r>
            <a:r>
              <a:rPr lang="es-CO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Pctes</a:t>
            </a:r>
            <a:r>
              <a:rPr lang="es-C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25 – </a:t>
            </a:r>
            <a:r>
              <a:rPr lang="es-CO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</a:t>
            </a:r>
            <a:r>
              <a:rPr lang="es-C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5 días por paciente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7B4A63D-10B8-B297-32DE-C549447FD8AB}"/>
              </a:ext>
            </a:extLst>
          </p:cNvPr>
          <p:cNvSpPr/>
          <p:nvPr/>
        </p:nvSpPr>
        <p:spPr>
          <a:xfrm>
            <a:off x="696060" y="6413958"/>
            <a:ext cx="144000" cy="144000"/>
          </a:xfrm>
          <a:prstGeom prst="rect">
            <a:avLst/>
          </a:prstGeom>
          <a:solidFill>
            <a:srgbClr val="A9D1F5"/>
          </a:solidFill>
          <a:ln>
            <a:solidFill>
              <a:srgbClr val="A9D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79C000-CCAF-6F57-966D-C50F8C6336A2}"/>
              </a:ext>
            </a:extLst>
          </p:cNvPr>
          <p:cNvSpPr/>
          <p:nvPr/>
        </p:nvSpPr>
        <p:spPr>
          <a:xfrm>
            <a:off x="4397478" y="6413958"/>
            <a:ext cx="144000" cy="14400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AB7DB21E-625F-4832-8C11-6221E3FF99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2648174"/>
              </p:ext>
            </p:extLst>
          </p:nvPr>
        </p:nvGraphicFramePr>
        <p:xfrm>
          <a:off x="215590" y="666848"/>
          <a:ext cx="11328710" cy="50167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65462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AAFCF-90E1-7072-D62D-D803C7CC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1FA1663-139F-8463-52C3-411742E0FB77}"/>
              </a:ext>
            </a:extLst>
          </p:cNvPr>
          <p:cNvSpPr txBox="1"/>
          <p:nvPr/>
        </p:nvSpPr>
        <p:spPr>
          <a:xfrm>
            <a:off x="984738" y="56509"/>
            <a:ext cx="1015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rgbClr val="0092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Estancias  inactivas IPS  - Causas  – Junio 2026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A766AD6-E6BC-B0DD-18EF-CA2A65EB2548}"/>
              </a:ext>
            </a:extLst>
          </p:cNvPr>
          <p:cNvSpPr/>
          <p:nvPr/>
        </p:nvSpPr>
        <p:spPr>
          <a:xfrm flipV="1">
            <a:off x="215591" y="500776"/>
            <a:ext cx="11649307" cy="45719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35CF1D-A9F2-1F0A-C3CD-5EDC977EF683}"/>
              </a:ext>
            </a:extLst>
          </p:cNvPr>
          <p:cNvSpPr txBox="1"/>
          <p:nvPr/>
        </p:nvSpPr>
        <p:spPr>
          <a:xfrm>
            <a:off x="1176616" y="6293606"/>
            <a:ext cx="3376246" cy="369332"/>
          </a:xfrm>
          <a:prstGeom prst="rect">
            <a:avLst/>
          </a:prstGeom>
          <a:noFill/>
          <a:ln w="19050">
            <a:solidFill>
              <a:srgbClr val="048E49"/>
            </a:solidFill>
          </a:ln>
        </p:spPr>
        <p:txBody>
          <a:bodyPr wrap="square" rtlCol="0">
            <a:spAutoFit/>
          </a:bodyPr>
          <a:lstStyle/>
          <a:p>
            <a:r>
              <a:rPr lang="es-C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de días por IPS: 24</a:t>
            </a: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00000000-0008-0000-0800-000006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8296521"/>
              </p:ext>
            </p:extLst>
          </p:nvPr>
        </p:nvGraphicFramePr>
        <p:xfrm>
          <a:off x="215592" y="774382"/>
          <a:ext cx="11785908" cy="5398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5927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80179-7D8C-C9FF-D64E-E2459C474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28F6F7D-2086-358E-123F-D55E0191E183}"/>
              </a:ext>
            </a:extLst>
          </p:cNvPr>
          <p:cNvSpPr txBox="1"/>
          <p:nvPr/>
        </p:nvSpPr>
        <p:spPr>
          <a:xfrm>
            <a:off x="984738" y="56509"/>
            <a:ext cx="1015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rgbClr val="0092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Estancias  inactivas IPS  - Causas  – Junio 2026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478A24C-AB9D-5DE1-150F-C7C0E075C413}"/>
              </a:ext>
            </a:extLst>
          </p:cNvPr>
          <p:cNvSpPr/>
          <p:nvPr/>
        </p:nvSpPr>
        <p:spPr>
          <a:xfrm flipV="1">
            <a:off x="215591" y="500776"/>
            <a:ext cx="11649307" cy="45719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BB299C-9CBF-8360-953B-0561877DD4EC}"/>
              </a:ext>
            </a:extLst>
          </p:cNvPr>
          <p:cNvSpPr txBox="1"/>
          <p:nvPr/>
        </p:nvSpPr>
        <p:spPr>
          <a:xfrm>
            <a:off x="560070" y="6293606"/>
            <a:ext cx="9658350" cy="369332"/>
          </a:xfrm>
          <a:prstGeom prst="rect">
            <a:avLst/>
          </a:prstGeom>
          <a:noFill/>
          <a:ln w="19050">
            <a:solidFill>
              <a:srgbClr val="048E49"/>
            </a:solidFill>
          </a:ln>
        </p:spPr>
        <p:txBody>
          <a:bodyPr wrap="square" rtlCol="0">
            <a:spAutoFit/>
          </a:bodyPr>
          <a:lstStyle/>
          <a:p>
            <a:r>
              <a:rPr lang="es-C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Total de días por IPS: 24    –      No. </a:t>
            </a:r>
            <a:r>
              <a:rPr lang="es-CO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Pctes</a:t>
            </a:r>
            <a:r>
              <a:rPr lang="es-C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10 – Prom. 2 días por paciente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63581B0-C751-CCF9-D7A5-E7BD9018E1AD}"/>
              </a:ext>
            </a:extLst>
          </p:cNvPr>
          <p:cNvSpPr/>
          <p:nvPr/>
        </p:nvSpPr>
        <p:spPr>
          <a:xfrm>
            <a:off x="696060" y="6413958"/>
            <a:ext cx="144000" cy="144000"/>
          </a:xfrm>
          <a:prstGeom prst="rect">
            <a:avLst/>
          </a:prstGeom>
          <a:solidFill>
            <a:srgbClr val="2A9D8F"/>
          </a:solidFill>
          <a:ln>
            <a:solidFill>
              <a:srgbClr val="A9D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74E830-3588-4C4E-E6BD-66F96CDD4771}"/>
              </a:ext>
            </a:extLst>
          </p:cNvPr>
          <p:cNvSpPr/>
          <p:nvPr/>
        </p:nvSpPr>
        <p:spPr>
          <a:xfrm>
            <a:off x="4311750" y="6413958"/>
            <a:ext cx="144000" cy="144000"/>
          </a:xfrm>
          <a:prstGeom prst="rect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A5BAFD80-07B2-4003-8C67-A7C6D1729D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2708734"/>
              </p:ext>
            </p:extLst>
          </p:nvPr>
        </p:nvGraphicFramePr>
        <p:xfrm>
          <a:off x="215592" y="874394"/>
          <a:ext cx="11649306" cy="5298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80230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B4C32-E89B-734C-E9A8-8B376B1B7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D8EBF678-024D-E628-B81A-57BFC874976D}"/>
              </a:ext>
            </a:extLst>
          </p:cNvPr>
          <p:cNvSpPr/>
          <p:nvPr/>
        </p:nvSpPr>
        <p:spPr>
          <a:xfrm flipV="1">
            <a:off x="215591" y="500776"/>
            <a:ext cx="11649307" cy="45719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E1537A1-8677-04AB-11AE-AB310E2F0922}"/>
              </a:ext>
            </a:extLst>
          </p:cNvPr>
          <p:cNvSpPr txBox="1"/>
          <p:nvPr/>
        </p:nvSpPr>
        <p:spPr>
          <a:xfrm>
            <a:off x="984738" y="56509"/>
            <a:ext cx="10155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_tradnl"/>
            </a:defPPr>
            <a:lvl1pPr algn="ctr">
              <a:defRPr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CO" dirty="0"/>
              <a:t>Causas de estancias inactivas de IPS de enero a junio 2026</a:t>
            </a:r>
          </a:p>
          <a:p>
            <a:endParaRPr lang="es-CO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1DD2EF5-FCBF-D787-BFCF-A83B4DA11E83}"/>
              </a:ext>
            </a:extLst>
          </p:cNvPr>
          <p:cNvSpPr txBox="1"/>
          <p:nvPr/>
        </p:nvSpPr>
        <p:spPr>
          <a:xfrm>
            <a:off x="390950" y="6420027"/>
            <a:ext cx="4794695" cy="338554"/>
          </a:xfrm>
          <a:prstGeom prst="rect">
            <a:avLst/>
          </a:prstGeom>
          <a:noFill/>
          <a:ln w="19050">
            <a:solidFill>
              <a:srgbClr val="4CAF50"/>
            </a:solidFill>
          </a:ln>
        </p:spPr>
        <p:txBody>
          <a:bodyPr wrap="square" rtlCol="0">
            <a:spAutoFit/>
          </a:bodyPr>
          <a:lstStyle/>
          <a:p>
            <a:r>
              <a:rPr lang="es-CO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de días por IPS en el 2026: 191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E652311A-2206-B4D3-D93D-002D79797F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0026210"/>
              </p:ext>
            </p:extLst>
          </p:nvPr>
        </p:nvGraphicFramePr>
        <p:xfrm>
          <a:off x="215591" y="814388"/>
          <a:ext cx="11771622" cy="5237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54347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93C95BA-1A67-2058-80CD-6A676749D164}"/>
              </a:ext>
            </a:extLst>
          </p:cNvPr>
          <p:cNvSpPr txBox="1"/>
          <p:nvPr/>
        </p:nvSpPr>
        <p:spPr>
          <a:xfrm>
            <a:off x="390950" y="6420027"/>
            <a:ext cx="4794695" cy="338554"/>
          </a:xfrm>
          <a:prstGeom prst="rect">
            <a:avLst/>
          </a:prstGeom>
          <a:noFill/>
          <a:ln w="19050">
            <a:solidFill>
              <a:srgbClr val="4CAF50"/>
            </a:solidFill>
          </a:ln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de días por EPS e IPS 2025 - 2026: 2932</a:t>
            </a:r>
            <a:endParaRPr lang="es-CO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961FA1B-B0EB-B57A-FA9A-9BA2D63351B6}"/>
              </a:ext>
            </a:extLst>
          </p:cNvPr>
          <p:cNvSpPr txBox="1"/>
          <p:nvPr/>
        </p:nvSpPr>
        <p:spPr>
          <a:xfrm>
            <a:off x="984738" y="56509"/>
            <a:ext cx="1015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Estancias  inactivas – Seguimiento EPS e IPS – comparativo 2025 - 2026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3022EFF-4D2E-FDEF-5C37-0BB70B1CE63F}"/>
              </a:ext>
            </a:extLst>
          </p:cNvPr>
          <p:cNvSpPr/>
          <p:nvPr/>
        </p:nvSpPr>
        <p:spPr>
          <a:xfrm flipV="1">
            <a:off x="215591" y="500776"/>
            <a:ext cx="11649307" cy="45719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88BD870-CF65-EFB5-547B-406151C2D96E}"/>
              </a:ext>
            </a:extLst>
          </p:cNvPr>
          <p:cNvSpPr/>
          <p:nvPr/>
        </p:nvSpPr>
        <p:spPr>
          <a:xfrm>
            <a:off x="10046970" y="5897880"/>
            <a:ext cx="2045970" cy="860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3CDE1CF1-B50F-23DB-60E3-49657AA41D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0079267"/>
              </p:ext>
            </p:extLst>
          </p:nvPr>
        </p:nvGraphicFramePr>
        <p:xfrm>
          <a:off x="215591" y="817245"/>
          <a:ext cx="11485871" cy="5482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01470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8B5CE-D395-A9DD-EF9A-5CD086E3D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58DEE05-6C07-B7DD-671B-6CF33F73A9A1}"/>
              </a:ext>
            </a:extLst>
          </p:cNvPr>
          <p:cNvSpPr txBox="1"/>
          <p:nvPr/>
        </p:nvSpPr>
        <p:spPr>
          <a:xfrm>
            <a:off x="390950" y="6420027"/>
            <a:ext cx="5575510" cy="338554"/>
          </a:xfrm>
          <a:prstGeom prst="rect">
            <a:avLst/>
          </a:prstGeom>
          <a:noFill/>
          <a:ln w="19050">
            <a:solidFill>
              <a:srgbClr val="4CAF50"/>
            </a:solidFill>
          </a:ln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de días por EPS e IPS 2024 - 2025 - 2026: 4514</a:t>
            </a:r>
            <a:endParaRPr lang="es-CO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FB4E0B1-8268-45F9-3C0D-799B90E35F35}"/>
              </a:ext>
            </a:extLst>
          </p:cNvPr>
          <p:cNvSpPr txBox="1"/>
          <p:nvPr/>
        </p:nvSpPr>
        <p:spPr>
          <a:xfrm>
            <a:off x="984738" y="56509"/>
            <a:ext cx="1015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Estancias  inactivas – Seguimiento EPS e IPS – Promedios 2024 - 2026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E2E510E-817E-E98F-DD2C-6DA9E016963A}"/>
              </a:ext>
            </a:extLst>
          </p:cNvPr>
          <p:cNvSpPr/>
          <p:nvPr/>
        </p:nvSpPr>
        <p:spPr>
          <a:xfrm flipV="1">
            <a:off x="215591" y="500776"/>
            <a:ext cx="11649307" cy="45719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9036AED-7575-4512-FC79-BF214CAD8B3F}"/>
              </a:ext>
            </a:extLst>
          </p:cNvPr>
          <p:cNvSpPr/>
          <p:nvPr/>
        </p:nvSpPr>
        <p:spPr>
          <a:xfrm>
            <a:off x="10046970" y="5897880"/>
            <a:ext cx="2045970" cy="860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F60FF97-5590-3937-2B6F-154C42EB2A76}"/>
              </a:ext>
            </a:extLst>
          </p:cNvPr>
          <p:cNvSpPr txBox="1"/>
          <p:nvPr/>
        </p:nvSpPr>
        <p:spPr>
          <a:xfrm>
            <a:off x="6166910" y="6423837"/>
            <a:ext cx="5575510" cy="338554"/>
          </a:xfrm>
          <a:prstGeom prst="rect">
            <a:avLst/>
          </a:prstGeom>
          <a:noFill/>
          <a:ln w="19050">
            <a:solidFill>
              <a:srgbClr val="4CAF50"/>
            </a:solidFill>
          </a:ln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Promedio 2024 entre los meses con datos de auditoría</a:t>
            </a:r>
            <a:endParaRPr lang="es-CO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93B67CA8-1FE9-40C2-3658-CF8F314245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5951084"/>
              </p:ext>
            </p:extLst>
          </p:nvPr>
        </p:nvGraphicFramePr>
        <p:xfrm>
          <a:off x="215592" y="771525"/>
          <a:ext cx="11649306" cy="5297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48075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524000" y="1326253"/>
            <a:ext cx="1598341" cy="89952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67C9A97-471A-8902-E73E-8BC56E0BB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25933"/>
            <a:ext cx="9144000" cy="1406134"/>
          </a:xfrm>
        </p:spPr>
        <p:txBody>
          <a:bodyPr>
            <a:normAutofit/>
          </a:bodyPr>
          <a:lstStyle/>
          <a:p>
            <a:r>
              <a:rPr lang="es-ES_tradnl" sz="8800" b="1" dirty="0">
                <a:solidFill>
                  <a:srgbClr val="048E4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GRACIAS!!!</a:t>
            </a:r>
          </a:p>
        </p:txBody>
      </p:sp>
    </p:spTree>
    <p:extLst>
      <p:ext uri="{BB962C8B-B14F-4D97-AF65-F5344CB8AC3E}">
        <p14:creationId xmlns:p14="http://schemas.microsoft.com/office/powerpoint/2010/main" val="15254048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4277</TotalTime>
  <Words>273</Words>
  <Application>Microsoft Office PowerPoint</Application>
  <PresentationFormat>Panorámica</PresentationFormat>
  <Paragraphs>39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Tahoma</vt:lpstr>
      <vt:lpstr>Tema de Office</vt:lpstr>
      <vt:lpstr>ESTANCIAS INACTIVAS JUNIO 2026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Ana Alexandra</cp:lastModifiedBy>
  <cp:revision>56</cp:revision>
  <dcterms:created xsi:type="dcterms:W3CDTF">2021-09-06T13:09:28Z</dcterms:created>
  <dcterms:modified xsi:type="dcterms:W3CDTF">2026-07-06T16:34:44Z</dcterms:modified>
</cp:coreProperties>
</file>