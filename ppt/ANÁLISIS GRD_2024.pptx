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Sebastian Hurtado" userId="4d2c009c-02e3-430e-9c88-f7e7a47f09be" providerId="ADAL" clId="{F3653CC3-9D19-4865-96BD-2354474C86C9}"/>
    <pc:docChg chg="addSld delSld modSld">
      <pc:chgData name="Juan Sebastian Hurtado" userId="4d2c009c-02e3-430e-9c88-f7e7a47f09be" providerId="ADAL" clId="{F3653CC3-9D19-4865-96BD-2354474C86C9}" dt="2024-08-28T16:16:46.104" v="14" actId="680"/>
      <pc:docMkLst>
        <pc:docMk/>
      </pc:docMkLst>
      <pc:sldChg chg="modSp mod">
        <pc:chgData name="Juan Sebastian Hurtado" userId="4d2c009c-02e3-430e-9c88-f7e7a47f09be" providerId="ADAL" clId="{F3653CC3-9D19-4865-96BD-2354474C86C9}" dt="2024-08-28T16:16:39.479" v="12" actId="20577"/>
        <pc:sldMkLst>
          <pc:docMk/>
          <pc:sldMk cId="1196054240" sldId="256"/>
        </pc:sldMkLst>
        <pc:spChg chg="mod">
          <ac:chgData name="Juan Sebastian Hurtado" userId="4d2c009c-02e3-430e-9c88-f7e7a47f09be" providerId="ADAL" clId="{F3653CC3-9D19-4865-96BD-2354474C86C9}" dt="2024-08-28T16:16:39.479" v="12" actId="20577"/>
          <ac:spMkLst>
            <pc:docMk/>
            <pc:sldMk cId="1196054240" sldId="256"/>
            <ac:spMk id="3" creationId="{8F05E372-AFB8-3928-CC89-135416D0314E}"/>
          </ac:spMkLst>
        </pc:spChg>
      </pc:sldChg>
      <pc:sldChg chg="new">
        <pc:chgData name="Juan Sebastian Hurtado" userId="4d2c009c-02e3-430e-9c88-f7e7a47f09be" providerId="ADAL" clId="{F3653CC3-9D19-4865-96BD-2354474C86C9}" dt="2024-08-28T16:16:46.104" v="14" actId="680"/>
        <pc:sldMkLst>
          <pc:docMk/>
          <pc:sldMk cId="894394312" sldId="257"/>
        </pc:sldMkLst>
      </pc:sldChg>
      <pc:sldChg chg="del">
        <pc:chgData name="Juan Sebastian Hurtado" userId="4d2c009c-02e3-430e-9c88-f7e7a47f09be" providerId="ADAL" clId="{F3653CC3-9D19-4865-96BD-2354474C86C9}" dt="2024-08-28T16:16:44.054" v="13" actId="47"/>
        <pc:sldMkLst>
          <pc:docMk/>
          <pc:sldMk cId="3553400061" sldId="257"/>
        </pc:sldMkLst>
      </pc:sldChg>
      <pc:sldChg chg="del">
        <pc:chgData name="Juan Sebastian Hurtado" userId="4d2c009c-02e3-430e-9c88-f7e7a47f09be" providerId="ADAL" clId="{F3653CC3-9D19-4865-96BD-2354474C86C9}" dt="2024-08-28T16:16:44.054" v="13" actId="47"/>
        <pc:sldMkLst>
          <pc:docMk/>
          <pc:sldMk cId="2822503168" sldId="258"/>
        </pc:sldMkLst>
      </pc:sldChg>
      <pc:sldChg chg="del">
        <pc:chgData name="Juan Sebastian Hurtado" userId="4d2c009c-02e3-430e-9c88-f7e7a47f09be" providerId="ADAL" clId="{F3653CC3-9D19-4865-96BD-2354474C86C9}" dt="2024-08-28T16:16:44.054" v="13" actId="47"/>
        <pc:sldMkLst>
          <pc:docMk/>
          <pc:sldMk cId="3882066205" sldId="259"/>
        </pc:sldMkLst>
      </pc:sldChg>
      <pc:sldChg chg="del">
        <pc:chgData name="Juan Sebastian Hurtado" userId="4d2c009c-02e3-430e-9c88-f7e7a47f09be" providerId="ADAL" clId="{F3653CC3-9D19-4865-96BD-2354474C86C9}" dt="2024-08-28T16:16:44.054" v="13" actId="47"/>
        <pc:sldMkLst>
          <pc:docMk/>
          <pc:sldMk cId="2978016124" sldId="260"/>
        </pc:sldMkLst>
      </pc:sldChg>
      <pc:sldChg chg="del">
        <pc:chgData name="Juan Sebastian Hurtado" userId="4d2c009c-02e3-430e-9c88-f7e7a47f09be" providerId="ADAL" clId="{F3653CC3-9D19-4865-96BD-2354474C86C9}" dt="2024-08-28T16:16:44.054" v="13" actId="47"/>
        <pc:sldMkLst>
          <pc:docMk/>
          <pc:sldMk cId="4416765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F311E-6979-60D0-D858-CC21F3E0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5F2246-377A-E27E-8525-97198DAFE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6171DF-FF33-AB41-2E45-F904192B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24F94-C2A5-73AE-1045-2B9BB4FB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B4111-889A-6B7C-F868-E6AAA59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27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25624-7E0E-6706-EBFE-5F8AB300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E03A9-AF48-A77B-5BD1-E77624475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7173C-6017-5887-D953-2B71142C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98DB7D-640F-748A-3D94-8AD736BA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C45D3-DD7E-423E-4A80-BED5E909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224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18C51-60CA-ED8F-4053-C9725FDC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E56499-D1C3-E06E-9F7A-0BED5AE8F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FD7E7F-153C-9B21-A066-8100928B6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072429-3260-D2C4-E649-6D8ECEB9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ADE52-2818-94BD-EFAC-679B6AA3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408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8D5BF-988F-0DCE-100E-040CD34C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01285-5E10-5E13-D7E0-D77775BB6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8B5003-32D8-CF8F-A8EC-A1BE2CCCE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F58F88-5359-F3CE-151E-DEE83DF9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94793-613B-A437-0903-2CEEB058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877B4F-4727-5A50-2035-70E9EF69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13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3AAAD-A5F6-5C7B-A143-36C0470E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CD4F9D-3306-3DBA-78DB-BA8608C9D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6E7F7D-E10D-9DE0-1EE2-507530D5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E0F176-BD4F-FF05-8EBB-7D10F8DBD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734BD4-85E7-1F7F-4164-6AE0AFD9B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277AB9-8837-5EF1-CC5D-73ACE889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0443A4-1E9F-7C61-2B02-A6F944B6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BBDF76-25B5-2BDD-62BE-84FB8139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02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23255-8A31-F1AC-F98A-96E33443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3288A6-0481-6954-71C9-4A89C0AA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E7B700-FD66-6018-1788-A84B929D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B47ABD-E0FA-00D5-B36F-341E0BA4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785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E23B98-D3E6-CB8E-7A29-58A83BE3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470B51-2062-7312-F610-9C5BE9E5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9FAD5-951D-A316-A1CE-293B489C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973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B0209-BD7A-95BB-0A65-C5C28A00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B6F51F-C5BB-8403-12E0-DAD0DD68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456EF1-684B-474F-C2B7-29126306D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64FF5C-91BF-670D-79E9-75012B40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E854CF-ADDA-FFAF-B871-E4F80D98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A9E83D-E00C-5E25-786F-30CCAC4F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08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01B07-2CDE-6B67-9747-4686D18F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DC5D45-AE0D-761C-E950-B5F3F4EF6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72E322-09EC-1F0D-5F5E-F78BE6D9C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1020AE-3BDC-FEC9-2ED6-4884AB32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C087CE-5E2E-36F4-BE53-4F19FBFA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4DE9D8-802B-E20D-AF12-AB49CAEA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767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74BC5-98EB-E09F-482B-BE5FEBA9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560B79-8EFE-257D-3B27-20506F4DD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901EC5-BD80-E3BF-C9E2-19A57BAC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6E5924-1CAE-1A84-24D8-BBF6F487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A2FCB-D7D1-EE9C-6BB2-E65EC07A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622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7645D3-B81D-A447-C7A4-C018C5F6E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D3BF4E-B207-CC2E-3C1F-E2A28B2A7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4BCFD-6E1B-E069-6FD1-928EB216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E1CFA-DAB8-2275-FBB1-75699B2A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BE7F0-9487-EFAE-BEA8-96C55BFA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112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AD1BF1-3B8F-C570-2581-ACD1D148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4CEB2-D187-A428-38DE-01EFBD15E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2B247-BE2B-10B6-4642-9916339E7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E7875-7405-B011-9A6B-E95BE9007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B0D61E-F33E-DBF1-61E5-4A736655C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99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A2A53-FEA2-F028-205B-0312D8DB5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7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ANÁLISIS GRD</a:t>
            </a:r>
            <a:endParaRPr lang="es-CO" sz="7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05E372-AFB8-3928-CC89-135416D03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DIME CLÍNICA NEUROCARDIOVASCULAR</a:t>
            </a:r>
          </a:p>
          <a:p>
            <a:r>
              <a:rPr lang="es-MX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2024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5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3E7F7-3ECF-4DB7-F4A2-624C00E9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59791-E6F2-375A-3D12-AE67E702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43943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Tema de Office</vt:lpstr>
      <vt:lpstr>ANÁLISIS GRD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CACI</dc:title>
  <dc:creator>Juan Sebastian Hurtado</dc:creator>
  <cp:lastModifiedBy>Juan Sebastian Hurtado</cp:lastModifiedBy>
  <cp:revision>4</cp:revision>
  <dcterms:created xsi:type="dcterms:W3CDTF">2023-10-18T12:05:50Z</dcterms:created>
  <dcterms:modified xsi:type="dcterms:W3CDTF">2024-08-28T16:16:46Z</dcterms:modified>
</cp:coreProperties>
</file>