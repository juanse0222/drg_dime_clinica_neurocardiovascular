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1" r:id="rId4"/>
    <p:sldId id="282" r:id="rId5"/>
    <p:sldId id="283" r:id="rId6"/>
    <p:sldId id="284" r:id="rId7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8E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587"/>
    <p:restoredTop sz="91814"/>
  </p:normalViewPr>
  <p:slideViewPr>
    <p:cSldViewPr snapToGrid="0" snapToObjects="1">
      <p:cViewPr varScale="1">
        <p:scale>
          <a:sx n="107" d="100"/>
          <a:sy n="107" d="100"/>
        </p:scale>
        <p:origin x="19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7628-9C0A-8C4B-9145-DAC6423594B5}" type="datetimeFigureOut">
              <a:rPr lang="es-ES_tradnl" smtClean="0"/>
              <a:t>20/10/25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ACBEA-E52F-6940-96FA-CA418CB479F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46930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7628-9C0A-8C4B-9145-DAC6423594B5}" type="datetimeFigureOut">
              <a:rPr lang="es-ES_tradnl" smtClean="0"/>
              <a:t>20/10/25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ACBEA-E52F-6940-96FA-CA418CB479F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15530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7628-9C0A-8C4B-9145-DAC6423594B5}" type="datetimeFigureOut">
              <a:rPr lang="es-ES_tradnl" smtClean="0"/>
              <a:t>20/10/25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ACBEA-E52F-6940-96FA-CA418CB479F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13258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7628-9C0A-8C4B-9145-DAC6423594B5}" type="datetimeFigureOut">
              <a:rPr lang="es-ES_tradnl" smtClean="0"/>
              <a:t>20/10/25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ACBEA-E52F-6940-96FA-CA418CB479F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73363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7628-9C0A-8C4B-9145-DAC6423594B5}" type="datetimeFigureOut">
              <a:rPr lang="es-ES_tradnl" smtClean="0"/>
              <a:t>20/10/25</a:t>
            </a:fld>
            <a:endParaRPr lang="es-ES_tradn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ACBEA-E52F-6940-96FA-CA418CB479F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09959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7628-9C0A-8C4B-9145-DAC6423594B5}" type="datetimeFigureOut">
              <a:rPr lang="es-ES_tradnl" smtClean="0"/>
              <a:t>20/10/25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ACBEA-E52F-6940-96FA-CA418CB479F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77486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7628-9C0A-8C4B-9145-DAC6423594B5}" type="datetimeFigureOut">
              <a:rPr lang="es-ES_tradnl" smtClean="0"/>
              <a:t>20/10/25</a:t>
            </a:fld>
            <a:endParaRPr lang="es-ES_tradn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ACBEA-E52F-6940-96FA-CA418CB479F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73226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7628-9C0A-8C4B-9145-DAC6423594B5}" type="datetimeFigureOut">
              <a:rPr lang="es-ES_tradnl" smtClean="0"/>
              <a:t>20/10/25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ACBEA-E52F-6940-96FA-CA418CB479F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31518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7628-9C0A-8C4B-9145-DAC6423594B5}" type="datetimeFigureOut">
              <a:rPr lang="es-ES_tradnl" smtClean="0"/>
              <a:t>20/10/25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ACBEA-E52F-6940-96FA-CA418CB479F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0747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7628-9C0A-8C4B-9145-DAC6423594B5}" type="datetimeFigureOut">
              <a:rPr lang="es-ES_tradnl" smtClean="0"/>
              <a:t>20/10/25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ACBEA-E52F-6940-96FA-CA418CB479F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9700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7628-9C0A-8C4B-9145-DAC6423594B5}" type="datetimeFigureOut">
              <a:rPr lang="es-ES_tradnl" smtClean="0"/>
              <a:t>20/10/25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ACBEA-E52F-6940-96FA-CA418CB479F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17142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F17628-9C0A-8C4B-9145-DAC6423594B5}" type="datetimeFigureOut">
              <a:rPr lang="es-ES_tradnl" smtClean="0"/>
              <a:t>20/10/25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ACBEA-E52F-6940-96FA-CA418CB479F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0428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90006" y="1928275"/>
            <a:ext cx="11573930" cy="2387600"/>
          </a:xfrm>
        </p:spPr>
        <p:txBody>
          <a:bodyPr anchor="ctr">
            <a:noAutofit/>
          </a:bodyPr>
          <a:lstStyle/>
          <a:p>
            <a:r>
              <a:rPr lang="es-ES_tradnl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ANÁLISIS DEL INDICADOR GIRO-CAMA</a:t>
            </a:r>
            <a:br>
              <a:rPr lang="es-ES_tradnl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s-ES_tradnl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CACI/GRD DIME 2024-2025</a:t>
            </a:r>
          </a:p>
        </p:txBody>
      </p:sp>
    </p:spTree>
    <p:extLst>
      <p:ext uri="{BB962C8B-B14F-4D97-AF65-F5344CB8AC3E}">
        <p14:creationId xmlns:p14="http://schemas.microsoft.com/office/powerpoint/2010/main" val="1681692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39205AA-83D6-128B-D8D8-FCC563AFB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135" y="0"/>
            <a:ext cx="11661567" cy="534390"/>
          </a:xfrm>
        </p:spPr>
        <p:txBody>
          <a:bodyPr>
            <a:normAutofit fontScale="90000"/>
          </a:bodyPr>
          <a:lstStyle/>
          <a:p>
            <a:pPr algn="ctr"/>
            <a:r>
              <a:rPr lang="es-ES_tradnl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Porcentaje de ocupación por CACI y Servicio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CBCEE6-3C8B-BC87-C98A-3900BBFF4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7517"/>
            <a:ext cx="12192000" cy="627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760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CB66D-AB2C-5299-35E2-9F8AC48E7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994"/>
            <a:ext cx="10515600" cy="703654"/>
          </a:xfrm>
        </p:spPr>
        <p:txBody>
          <a:bodyPr>
            <a:normAutofit fontScale="90000"/>
          </a:bodyPr>
          <a:lstStyle/>
          <a:p>
            <a:pPr algn="ctr"/>
            <a:r>
              <a:rPr lang="es-ES_tradn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Tasa de giro cama por CACI y servicio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2862DE-4A94-619B-4ADC-B7915BC20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5649"/>
            <a:ext cx="12072752" cy="606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160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3E402-3351-191D-17C0-DFF1F6DB6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243"/>
            <a:ext cx="10515600" cy="443147"/>
          </a:xfrm>
        </p:spPr>
        <p:txBody>
          <a:bodyPr>
            <a:normAutofit fontScale="90000"/>
          </a:bodyPr>
          <a:lstStyle/>
          <a:p>
            <a:pPr algn="ctr"/>
            <a:r>
              <a:rPr lang="es-ES_tradnl" b="1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Días de estancia por CACI y servicio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020C5B-A185-0A0A-8C78-C5064D4A8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1269"/>
            <a:ext cx="12192000" cy="62203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1ECBBE-852F-3837-C668-FCE3DFE94CEA}"/>
              </a:ext>
            </a:extLst>
          </p:cNvPr>
          <p:cNvSpPr txBox="1"/>
          <p:nvPr/>
        </p:nvSpPr>
        <p:spPr>
          <a:xfrm>
            <a:off x="8823366" y="1140031"/>
            <a:ext cx="2980706" cy="1200329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es-ES_tradnl" noProof="0" dirty="0"/>
              <a:t>El cálculo fue </a:t>
            </a:r>
            <a:r>
              <a:rPr lang="es-ES_tradnl" dirty="0"/>
              <a:t>ajustado y suavizado </a:t>
            </a:r>
            <a:r>
              <a:rPr lang="es-ES_tradnl" noProof="0" dirty="0"/>
              <a:t>utilizando una media móvil con ventana de 3 meses</a:t>
            </a:r>
          </a:p>
        </p:txBody>
      </p:sp>
    </p:spTree>
    <p:extLst>
      <p:ext uri="{BB962C8B-B14F-4D97-AF65-F5344CB8AC3E}">
        <p14:creationId xmlns:p14="http://schemas.microsoft.com/office/powerpoint/2010/main" val="2338520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E5388-D861-7E32-821B-A5B068427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330"/>
            <a:ext cx="10515600" cy="53740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Relación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días de estancia y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giro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cama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suavizado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LOESS)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4453D7-DD1F-48EA-C5DE-4928A8F76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037"/>
            <a:ext cx="12192000" cy="610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613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F513A-1158-B889-7846-9103A5751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757" y="89006"/>
            <a:ext cx="11602193" cy="48101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Relación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ocupación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giro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cama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suavizado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LOEES)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E0E28D-F7C7-E93E-5A65-4CBD593DD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017"/>
            <a:ext cx="12192000" cy="628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0253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969</TotalTime>
  <Words>69</Words>
  <Application>Microsoft Macintosh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Tahoma</vt:lpstr>
      <vt:lpstr>Tema de Office</vt:lpstr>
      <vt:lpstr>ANÁLISIS DEL INDICADOR GIRO-CAMA CACI/GRD DIME 2024-2025</vt:lpstr>
      <vt:lpstr>Porcentaje de ocupación por CACI y Servicio</vt:lpstr>
      <vt:lpstr>Tasa de giro cama por CACI y servicio</vt:lpstr>
      <vt:lpstr>Días de estancia por CACI y servicio</vt:lpstr>
      <vt:lpstr>Relación días de estancia y giro cama (suavizado, LOESS)</vt:lpstr>
      <vt:lpstr>Relación ocupación y giro cama (suavizado, LOEES)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Microsoft Office</dc:creator>
  <cp:lastModifiedBy>Juan Hurtado Zapata</cp:lastModifiedBy>
  <cp:revision>6</cp:revision>
  <dcterms:created xsi:type="dcterms:W3CDTF">2021-09-06T13:09:28Z</dcterms:created>
  <dcterms:modified xsi:type="dcterms:W3CDTF">2025-10-20T20:51:49Z</dcterms:modified>
</cp:coreProperties>
</file>